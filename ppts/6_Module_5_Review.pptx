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74" r:id="rId2"/>
    <p:sldId id="382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38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2C1D9B-60DD-4A19-8F33-50F86644CCE8}" v="3" dt="2026-02-15T11:14:12.720"/>
  </p1510:revLst>
</p1510:revInfo>
</file>

<file path=ppt/tableStyles.xml><?xml version="1.0" encoding="utf-8"?>
<a:tblStyleLst xmlns:a="http://schemas.openxmlformats.org/drawingml/2006/main" def="{B9079ADF-8E72-460E-941B-A120568EDBA9}">
  <a:tblStyle styleId="{B9079ADF-8E72-460E-941B-A120568EDBA9}" styleName="WF Premier Table 0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bg2"/>
          </a:solidFill>
        </a:fill>
      </a:tcStyle>
    </a:band2H>
    <a:lastRow>
      <a:tcTxStyle b="on">
        <a:fontRef idx="minor"/>
        <a:schemeClr val="tx1"/>
      </a:tcTxStyle>
      <a:tcStyle>
        <a:tcBdr>
          <a:top>
            <a:ln w="19050">
              <a:solidFill>
                <a:schemeClr val="tx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8" autoAdjust="0"/>
  </p:normalViewPr>
  <p:slideViewPr>
    <p:cSldViewPr showGuides="1">
      <p:cViewPr varScale="1">
        <p:scale>
          <a:sx n="63" d="100"/>
          <a:sy n="63" d="100"/>
        </p:scale>
        <p:origin x="1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929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k, Michael" userId="a19ffb3c-b041-4650-bd4c-44ca687be875" providerId="ADAL" clId="{27EDE327-7F90-4ECA-BA00-0ED99CE8D11A}"/>
    <pc:docChg chg="undo custSel addSld delSld modSld sldOrd">
      <pc:chgData name="Frederick, Michael" userId="a19ffb3c-b041-4650-bd4c-44ca687be875" providerId="ADAL" clId="{27EDE327-7F90-4ECA-BA00-0ED99CE8D11A}" dt="2026-02-15T13:09:48.380" v="27495" actId="20577"/>
      <pc:docMkLst>
        <pc:docMk/>
      </pc:docMkLst>
      <pc:sldChg chg="modSp mod">
        <pc:chgData name="Frederick, Michael" userId="a19ffb3c-b041-4650-bd4c-44ca687be875" providerId="ADAL" clId="{27EDE327-7F90-4ECA-BA00-0ED99CE8D11A}" dt="2026-02-15T11:01:49.445" v="25347" actId="20577"/>
        <pc:sldMkLst>
          <pc:docMk/>
          <pc:sldMk cId="3320420665" sldId="374"/>
        </pc:sldMkLst>
        <pc:spChg chg="mod">
          <ac:chgData name="Frederick, Michael" userId="a19ffb3c-b041-4650-bd4c-44ca687be875" providerId="ADAL" clId="{27EDE327-7F90-4ECA-BA00-0ED99CE8D11A}" dt="2026-02-15T11:01:49.445" v="25347" actId="20577"/>
          <ac:spMkLst>
            <pc:docMk/>
            <pc:sldMk cId="3320420665" sldId="374"/>
            <ac:spMk id="2" creationId="{972DA22B-0666-1647-8A12-A6F6D00A5D21}"/>
          </ac:spMkLst>
        </pc:spChg>
        <pc:spChg chg="mod">
          <ac:chgData name="Frederick, Michael" userId="a19ffb3c-b041-4650-bd4c-44ca687be875" providerId="ADAL" clId="{27EDE327-7F90-4ECA-BA00-0ED99CE8D11A}" dt="2026-02-02T08:24:51.072" v="19784" actId="20577"/>
          <ac:spMkLst>
            <pc:docMk/>
            <pc:sldMk cId="3320420665" sldId="374"/>
            <ac:spMk id="7" creationId="{E78B65EB-C98D-4048-A9B2-C88B4A957C09}"/>
          </ac:spMkLst>
        </pc:spChg>
      </pc:sldChg>
      <pc:sldChg chg="addSp delSp modSp add mod ord">
        <pc:chgData name="Frederick, Michael" userId="a19ffb3c-b041-4650-bd4c-44ca687be875" providerId="ADAL" clId="{27EDE327-7F90-4ECA-BA00-0ED99CE8D11A}" dt="2026-02-15T13:09:48.380" v="27495" actId="20577"/>
        <pc:sldMkLst>
          <pc:docMk/>
          <pc:sldMk cId="2092664009" sldId="380"/>
        </pc:sldMkLst>
        <pc:spChg chg="mod">
          <ac:chgData name="Frederick, Michael" userId="a19ffb3c-b041-4650-bd4c-44ca687be875" providerId="ADAL" clId="{27EDE327-7F90-4ECA-BA00-0ED99CE8D11A}" dt="2026-02-15T13:05:55.945" v="27461" actId="20577"/>
          <ac:spMkLst>
            <pc:docMk/>
            <pc:sldMk cId="2092664009" sldId="380"/>
            <ac:spMk id="2" creationId="{74A55323-5BFD-3CBC-9927-3ECF83D5374A}"/>
          </ac:spMkLst>
        </pc:spChg>
        <pc:spChg chg="add mod">
          <ac:chgData name="Frederick, Michael" userId="a19ffb3c-b041-4650-bd4c-44ca687be875" providerId="ADAL" clId="{27EDE327-7F90-4ECA-BA00-0ED99CE8D11A}" dt="2026-02-15T13:09:48.380" v="27495" actId="20577"/>
          <ac:spMkLst>
            <pc:docMk/>
            <pc:sldMk cId="2092664009" sldId="380"/>
            <ac:spMk id="5" creationId="{FA0250C2-33CA-64E0-FB77-C3FF3EE5E7B9}"/>
          </ac:spMkLst>
        </pc:spChg>
        <pc:spChg chg="mod">
          <ac:chgData name="Frederick, Michael" userId="a19ffb3c-b041-4650-bd4c-44ca687be875" providerId="ADAL" clId="{27EDE327-7F90-4ECA-BA00-0ED99CE8D11A}" dt="2026-01-28T17:09:16.376" v="15854" actId="1076"/>
          <ac:spMkLst>
            <pc:docMk/>
            <pc:sldMk cId="2092664009" sldId="380"/>
            <ac:spMk id="10" creationId="{BF0A9049-0C35-4B4F-F4C7-02EAFD47FA21}"/>
          </ac:spMkLst>
        </pc:spChg>
        <pc:graphicFrameChg chg="add del mod">
          <ac:chgData name="Frederick, Michael" userId="a19ffb3c-b041-4650-bd4c-44ca687be875" providerId="ADAL" clId="{27EDE327-7F90-4ECA-BA00-0ED99CE8D11A}" dt="2026-02-15T12:51:09.668" v="27442" actId="478"/>
          <ac:graphicFrameMkLst>
            <pc:docMk/>
            <pc:sldMk cId="2092664009" sldId="380"/>
            <ac:graphicFrameMk id="6" creationId="{DF6914FB-3C04-38B2-F1C0-482FE063E8DA}"/>
          </ac:graphicFrameMkLst>
        </pc:graphicFrameChg>
      </pc:sldChg>
      <pc:sldChg chg="addSp delSp modSp add mod ord">
        <pc:chgData name="Frederick, Michael" userId="a19ffb3c-b041-4650-bd4c-44ca687be875" providerId="ADAL" clId="{27EDE327-7F90-4ECA-BA00-0ED99CE8D11A}" dt="2026-02-15T11:11:19.988" v="26025" actId="22"/>
        <pc:sldMkLst>
          <pc:docMk/>
          <pc:sldMk cId="4072143140" sldId="382"/>
        </pc:sldMkLst>
        <pc:spChg chg="mod">
          <ac:chgData name="Frederick, Michael" userId="a19ffb3c-b041-4650-bd4c-44ca687be875" providerId="ADAL" clId="{27EDE327-7F90-4ECA-BA00-0ED99CE8D11A}" dt="2026-02-15T11:10:28.344" v="26022" actId="14100"/>
          <ac:spMkLst>
            <pc:docMk/>
            <pc:sldMk cId="4072143140" sldId="382"/>
            <ac:spMk id="2" creationId="{37DA104D-55E8-8A36-A5BC-18BD3B240E27}"/>
          </ac:spMkLst>
        </pc:spChg>
        <pc:spChg chg="mod">
          <ac:chgData name="Frederick, Michael" userId="a19ffb3c-b041-4650-bd4c-44ca687be875" providerId="ADAL" clId="{27EDE327-7F90-4ECA-BA00-0ED99CE8D11A}" dt="2026-02-15T11:01:58.342" v="25354" actId="20577"/>
          <ac:spMkLst>
            <pc:docMk/>
            <pc:sldMk cId="4072143140" sldId="382"/>
            <ac:spMk id="4" creationId="{DC052B74-9A3C-CB6A-11A4-E0033E0470DE}"/>
          </ac:spMkLst>
        </pc:spChg>
        <pc:picChg chg="add del mod">
          <ac:chgData name="Frederick, Michael" userId="a19ffb3c-b041-4650-bd4c-44ca687be875" providerId="ADAL" clId="{27EDE327-7F90-4ECA-BA00-0ED99CE8D11A}" dt="2026-02-15T11:02:02.400" v="25355" actId="478"/>
          <ac:picMkLst>
            <pc:docMk/>
            <pc:sldMk cId="4072143140" sldId="382"/>
            <ac:picMk id="5" creationId="{C5506722-DC8F-C5F8-23F7-940CD7008359}"/>
          </ac:picMkLst>
        </pc:picChg>
        <pc:picChg chg="add del mod">
          <ac:chgData name="Frederick, Michael" userId="a19ffb3c-b041-4650-bd4c-44ca687be875" providerId="ADAL" clId="{27EDE327-7F90-4ECA-BA00-0ED99CE8D11A}" dt="2026-02-15T11:02:03.631" v="25356" actId="478"/>
          <ac:picMkLst>
            <pc:docMk/>
            <pc:sldMk cId="4072143140" sldId="382"/>
            <ac:picMk id="6" creationId="{6A87AEDE-B888-30CB-CEE7-A7F1F55F800C}"/>
          </ac:picMkLst>
        </pc:picChg>
        <pc:picChg chg="add del mod">
          <ac:chgData name="Frederick, Michael" userId="a19ffb3c-b041-4650-bd4c-44ca687be875" providerId="ADAL" clId="{27EDE327-7F90-4ECA-BA00-0ED99CE8D11A}" dt="2026-02-15T11:02:05.228" v="25357" actId="478"/>
          <ac:picMkLst>
            <pc:docMk/>
            <pc:sldMk cId="4072143140" sldId="382"/>
            <ac:picMk id="8" creationId="{9DBA8671-9B11-4AB7-C92F-2262762AD751}"/>
          </ac:picMkLst>
        </pc:picChg>
        <pc:picChg chg="add del mod">
          <ac:chgData name="Frederick, Michael" userId="a19ffb3c-b041-4650-bd4c-44ca687be875" providerId="ADAL" clId="{27EDE327-7F90-4ECA-BA00-0ED99CE8D11A}" dt="2026-02-15T11:05:38.266" v="25624" actId="478"/>
          <ac:picMkLst>
            <pc:docMk/>
            <pc:sldMk cId="4072143140" sldId="382"/>
            <ac:picMk id="9" creationId="{28213717-982E-7A31-BE3C-21AB2750EF37}"/>
          </ac:picMkLst>
        </pc:picChg>
        <pc:picChg chg="add mod">
          <ac:chgData name="Frederick, Michael" userId="a19ffb3c-b041-4650-bd4c-44ca687be875" providerId="ADAL" clId="{27EDE327-7F90-4ECA-BA00-0ED99CE8D11A}" dt="2026-02-15T11:10:33.235" v="26023" actId="1076"/>
          <ac:picMkLst>
            <pc:docMk/>
            <pc:sldMk cId="4072143140" sldId="382"/>
            <ac:picMk id="11" creationId="{1C773366-225B-29CE-BCC9-EBB3CD09E825}"/>
          </ac:picMkLst>
        </pc:picChg>
        <pc:picChg chg="add del">
          <ac:chgData name="Frederick, Michael" userId="a19ffb3c-b041-4650-bd4c-44ca687be875" providerId="ADAL" clId="{27EDE327-7F90-4ECA-BA00-0ED99CE8D11A}" dt="2026-02-15T11:11:19.988" v="26025" actId="22"/>
          <ac:picMkLst>
            <pc:docMk/>
            <pc:sldMk cId="4072143140" sldId="382"/>
            <ac:picMk id="13" creationId="{936E5561-C143-8104-16A8-18832E273E57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2:48:34.869" v="27392" actId="2696"/>
        <pc:sldMkLst>
          <pc:docMk/>
          <pc:sldMk cId="4292194636" sldId="403"/>
        </pc:sldMkLst>
      </pc:sldChg>
      <pc:sldChg chg="addSp delSp modSp add del mod">
        <pc:chgData name="Frederick, Michael" userId="a19ffb3c-b041-4650-bd4c-44ca687be875" providerId="ADAL" clId="{27EDE327-7F90-4ECA-BA00-0ED99CE8D11A}" dt="2026-02-15T12:50:43.688" v="27393" actId="47"/>
        <pc:sldMkLst>
          <pc:docMk/>
          <pc:sldMk cId="87645457" sldId="404"/>
        </pc:sldMkLst>
      </pc:sldChg>
      <pc:sldChg chg="addSp delSp modSp add del mod">
        <pc:chgData name="Frederick, Michael" userId="a19ffb3c-b041-4650-bd4c-44ca687be875" providerId="ADAL" clId="{27EDE327-7F90-4ECA-BA00-0ED99CE8D11A}" dt="2026-02-15T12:48:34.869" v="27392" actId="2696"/>
        <pc:sldMkLst>
          <pc:docMk/>
          <pc:sldMk cId="2411032535" sldId="405"/>
        </pc:sldMkLst>
      </pc:sldChg>
      <pc:sldChg chg="addSp delSp modSp add del mod">
        <pc:chgData name="Frederick, Michael" userId="a19ffb3c-b041-4650-bd4c-44ca687be875" providerId="ADAL" clId="{27EDE327-7F90-4ECA-BA00-0ED99CE8D11A}" dt="2026-02-15T12:48:34.869" v="27392" actId="2696"/>
        <pc:sldMkLst>
          <pc:docMk/>
          <pc:sldMk cId="286440754" sldId="406"/>
        </pc:sldMkLst>
      </pc:sldChg>
      <pc:sldChg chg="addSp delSp modSp add del mod">
        <pc:chgData name="Frederick, Michael" userId="a19ffb3c-b041-4650-bd4c-44ca687be875" providerId="ADAL" clId="{27EDE327-7F90-4ECA-BA00-0ED99CE8D11A}" dt="2026-02-15T12:50:46.141" v="27394" actId="47"/>
        <pc:sldMkLst>
          <pc:docMk/>
          <pc:sldMk cId="4147019286" sldId="407"/>
        </pc:sldMkLst>
      </pc:sldChg>
      <pc:sldChg chg="addSp delSp modSp add mod">
        <pc:chgData name="Frederick, Michael" userId="a19ffb3c-b041-4650-bd4c-44ca687be875" providerId="ADAL" clId="{27EDE327-7F90-4ECA-BA00-0ED99CE8D11A}" dt="2026-02-15T13:09:13.303" v="27463" actId="1076"/>
        <pc:sldMkLst>
          <pc:docMk/>
          <pc:sldMk cId="1152585228" sldId="408"/>
        </pc:sldMkLst>
        <pc:spChg chg="mod">
          <ac:chgData name="Frederick, Michael" userId="a19ffb3c-b041-4650-bd4c-44ca687be875" providerId="ADAL" clId="{27EDE327-7F90-4ECA-BA00-0ED99CE8D11A}" dt="2026-02-15T11:11:25.150" v="26029" actId="6549"/>
          <ac:spMkLst>
            <pc:docMk/>
            <pc:sldMk cId="1152585228" sldId="408"/>
            <ac:spMk id="2" creationId="{0C709D47-B8EE-25FF-883B-1C22BF7B6098}"/>
          </ac:spMkLst>
        </pc:spChg>
        <pc:spChg chg="mod">
          <ac:chgData name="Frederick, Michael" userId="a19ffb3c-b041-4650-bd4c-44ca687be875" providerId="ADAL" clId="{27EDE327-7F90-4ECA-BA00-0ED99CE8D11A}" dt="2026-02-15T11:14:08.127" v="26040"/>
          <ac:spMkLst>
            <pc:docMk/>
            <pc:sldMk cId="1152585228" sldId="408"/>
            <ac:spMk id="4" creationId="{0525070A-0514-C56D-2996-E70D828872D2}"/>
          </ac:spMkLst>
        </pc:spChg>
        <pc:picChg chg="del">
          <ac:chgData name="Frederick, Michael" userId="a19ffb3c-b041-4650-bd4c-44ca687be875" providerId="ADAL" clId="{27EDE327-7F90-4ECA-BA00-0ED99CE8D11A}" dt="2026-02-15T11:11:22.268" v="26026" actId="478"/>
          <ac:picMkLst>
            <pc:docMk/>
            <pc:sldMk cId="1152585228" sldId="408"/>
            <ac:picMk id="5" creationId="{942A5D02-FC85-1CF8-027C-EA9FC632A908}"/>
          </ac:picMkLst>
        </pc:picChg>
        <pc:picChg chg="del">
          <ac:chgData name="Frederick, Michael" userId="a19ffb3c-b041-4650-bd4c-44ca687be875" providerId="ADAL" clId="{27EDE327-7F90-4ECA-BA00-0ED99CE8D11A}" dt="2026-02-15T11:11:22.849" v="26027" actId="478"/>
          <ac:picMkLst>
            <pc:docMk/>
            <pc:sldMk cId="1152585228" sldId="408"/>
            <ac:picMk id="6" creationId="{5737769C-96AA-F058-F71F-A7F83A1830EC}"/>
          </ac:picMkLst>
        </pc:picChg>
        <pc:picChg chg="del">
          <ac:chgData name="Frederick, Michael" userId="a19ffb3c-b041-4650-bd4c-44ca687be875" providerId="ADAL" clId="{27EDE327-7F90-4ECA-BA00-0ED99CE8D11A}" dt="2026-02-15T11:11:23.399" v="26028" actId="478"/>
          <ac:picMkLst>
            <pc:docMk/>
            <pc:sldMk cId="1152585228" sldId="408"/>
            <ac:picMk id="8" creationId="{64BE8B24-634B-31B3-B12B-019BFE671F82}"/>
          </ac:picMkLst>
        </pc:picChg>
        <pc:picChg chg="del">
          <ac:chgData name="Frederick, Michael" userId="a19ffb3c-b041-4650-bd4c-44ca687be875" providerId="ADAL" clId="{27EDE327-7F90-4ECA-BA00-0ED99CE8D11A}" dt="2026-02-15T11:11:26.797" v="26030" actId="478"/>
          <ac:picMkLst>
            <pc:docMk/>
            <pc:sldMk cId="1152585228" sldId="408"/>
            <ac:picMk id="9" creationId="{F2530932-ABD1-F2DF-F975-B47D4F69342B}"/>
          </ac:picMkLst>
        </pc:picChg>
        <pc:picChg chg="add mod">
          <ac:chgData name="Frederick, Michael" userId="a19ffb3c-b041-4650-bd4c-44ca687be875" providerId="ADAL" clId="{27EDE327-7F90-4ECA-BA00-0ED99CE8D11A}" dt="2026-02-15T13:09:13.303" v="27463" actId="1076"/>
          <ac:picMkLst>
            <pc:docMk/>
            <pc:sldMk cId="1152585228" sldId="408"/>
            <ac:picMk id="10" creationId="{BB5E6B78-D489-50A5-F039-E25CF9E9C00E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2984487049" sldId="408"/>
        </pc:sldMkLst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524188554" sldId="409"/>
        </pc:sldMkLst>
      </pc:sldChg>
      <pc:sldChg chg="addSp delSp modSp add mod">
        <pc:chgData name="Frederick, Michael" userId="a19ffb3c-b041-4650-bd4c-44ca687be875" providerId="ADAL" clId="{27EDE327-7F90-4ECA-BA00-0ED99CE8D11A}" dt="2026-02-15T11:15:53.416" v="26095" actId="20577"/>
        <pc:sldMkLst>
          <pc:docMk/>
          <pc:sldMk cId="2762914945" sldId="409"/>
        </pc:sldMkLst>
        <pc:spChg chg="mod">
          <ac:chgData name="Frederick, Michael" userId="a19ffb3c-b041-4650-bd4c-44ca687be875" providerId="ADAL" clId="{27EDE327-7F90-4ECA-BA00-0ED99CE8D11A}" dt="2026-02-15T11:15:53.416" v="26095" actId="20577"/>
          <ac:spMkLst>
            <pc:docMk/>
            <pc:sldMk cId="2762914945" sldId="409"/>
            <ac:spMk id="2" creationId="{A2C1902C-C47D-9A30-0E2C-B6A24B755B89}"/>
          </ac:spMkLst>
        </pc:spChg>
        <pc:spChg chg="mod">
          <ac:chgData name="Frederick, Michael" userId="a19ffb3c-b041-4650-bd4c-44ca687be875" providerId="ADAL" clId="{27EDE327-7F90-4ECA-BA00-0ED99CE8D11A}" dt="2026-02-15T11:14:12.720" v="26041"/>
          <ac:spMkLst>
            <pc:docMk/>
            <pc:sldMk cId="2762914945" sldId="409"/>
            <ac:spMk id="4" creationId="{069125E9-11D1-F1F8-BC56-EF752F9A1EF8}"/>
          </ac:spMkLst>
        </pc:spChg>
        <pc:picChg chg="del">
          <ac:chgData name="Frederick, Michael" userId="a19ffb3c-b041-4650-bd4c-44ca687be875" providerId="ADAL" clId="{27EDE327-7F90-4ECA-BA00-0ED99CE8D11A}" dt="2026-02-15T11:13:46.694" v="26035" actId="478"/>
          <ac:picMkLst>
            <pc:docMk/>
            <pc:sldMk cId="2762914945" sldId="409"/>
            <ac:picMk id="3" creationId="{2947C758-F746-50AA-11EB-00A5ABC0E0A1}"/>
          </ac:picMkLst>
        </pc:picChg>
        <pc:picChg chg="add del mod">
          <ac:chgData name="Frederick, Michael" userId="a19ffb3c-b041-4650-bd4c-44ca687be875" providerId="ADAL" clId="{27EDE327-7F90-4ECA-BA00-0ED99CE8D11A}" dt="2026-02-15T11:15:33.706" v="26081" actId="478"/>
          <ac:picMkLst>
            <pc:docMk/>
            <pc:sldMk cId="2762914945" sldId="409"/>
            <ac:picMk id="6" creationId="{6F126774-03DA-676F-D8FE-CA9041CF79A3}"/>
          </ac:picMkLst>
        </pc:picChg>
        <pc:picChg chg="add mod">
          <ac:chgData name="Frederick, Michael" userId="a19ffb3c-b041-4650-bd4c-44ca687be875" providerId="ADAL" clId="{27EDE327-7F90-4ECA-BA00-0ED99CE8D11A}" dt="2026-02-15T11:15:48.330" v="26087" actId="1076"/>
          <ac:picMkLst>
            <pc:docMk/>
            <pc:sldMk cId="2762914945" sldId="409"/>
            <ac:picMk id="9" creationId="{788F871E-E6C2-C4EA-355D-1468B987D8EC}"/>
          </ac:picMkLst>
        </pc:picChg>
        <pc:picChg chg="del">
          <ac:chgData name="Frederick, Michael" userId="a19ffb3c-b041-4650-bd4c-44ca687be875" providerId="ADAL" clId="{27EDE327-7F90-4ECA-BA00-0ED99CE8D11A}" dt="2026-02-15T11:13:45.378" v="26032" actId="478"/>
          <ac:picMkLst>
            <pc:docMk/>
            <pc:sldMk cId="2762914945" sldId="409"/>
            <ac:picMk id="10" creationId="{2241E2E2-A7AC-B490-3FC5-B99EE818059F}"/>
          </ac:picMkLst>
        </pc:picChg>
        <pc:picChg chg="del mod">
          <ac:chgData name="Frederick, Michael" userId="a19ffb3c-b041-4650-bd4c-44ca687be875" providerId="ADAL" clId="{27EDE327-7F90-4ECA-BA00-0ED99CE8D11A}" dt="2026-02-15T11:13:46.183" v="26034" actId="478"/>
          <ac:picMkLst>
            <pc:docMk/>
            <pc:sldMk cId="2762914945" sldId="409"/>
            <ac:picMk id="11" creationId="{6C3C9346-BF61-B615-70E4-7377FAFE80F1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15T11:21:49.722" v="26300" actId="1076"/>
        <pc:sldMkLst>
          <pc:docMk/>
          <pc:sldMk cId="4146269700" sldId="410"/>
        </pc:sldMkLst>
        <pc:spChg chg="add del mod">
          <ac:chgData name="Frederick, Michael" userId="a19ffb3c-b041-4650-bd4c-44ca687be875" providerId="ADAL" clId="{27EDE327-7F90-4ECA-BA00-0ED99CE8D11A}" dt="2026-02-15T11:21:11.309" v="26263" actId="6549"/>
          <ac:spMkLst>
            <pc:docMk/>
            <pc:sldMk cId="4146269700" sldId="410"/>
            <ac:spMk id="2" creationId="{4B45D8DF-3D00-E435-D97D-1FA478B6AD97}"/>
          </ac:spMkLst>
        </pc:spChg>
        <pc:spChg chg="mod">
          <ac:chgData name="Frederick, Michael" userId="a19ffb3c-b041-4650-bd4c-44ca687be875" providerId="ADAL" clId="{27EDE327-7F90-4ECA-BA00-0ED99CE8D11A}" dt="2026-02-15T11:21:21.877" v="26291" actId="20577"/>
          <ac:spMkLst>
            <pc:docMk/>
            <pc:sldMk cId="4146269700" sldId="410"/>
            <ac:spMk id="4" creationId="{D9551E83-F5AE-905B-6EDB-AE93B8E2983B}"/>
          </ac:spMkLst>
        </pc:spChg>
        <pc:spChg chg="add del mod">
          <ac:chgData name="Frederick, Michael" userId="a19ffb3c-b041-4650-bd4c-44ca687be875" providerId="ADAL" clId="{27EDE327-7F90-4ECA-BA00-0ED99CE8D11A}" dt="2026-02-15T11:19:33.122" v="26099" actId="478"/>
          <ac:spMkLst>
            <pc:docMk/>
            <pc:sldMk cId="4146269700" sldId="410"/>
            <ac:spMk id="6" creationId="{1C4FD6F5-119E-36BD-FD28-5D586ECBDCBD}"/>
          </ac:spMkLst>
        </pc:spChg>
        <pc:picChg chg="add del">
          <ac:chgData name="Frederick, Michael" userId="a19ffb3c-b041-4650-bd4c-44ca687be875" providerId="ADAL" clId="{27EDE327-7F90-4ECA-BA00-0ED99CE8D11A}" dt="2026-02-15T11:19:35.942" v="26100" actId="478"/>
          <ac:picMkLst>
            <pc:docMk/>
            <pc:sldMk cId="4146269700" sldId="410"/>
            <ac:picMk id="5" creationId="{C0E1C62B-9CD3-17C1-D510-9359F0A98EE4}"/>
          </ac:picMkLst>
        </pc:picChg>
        <pc:picChg chg="add mod">
          <ac:chgData name="Frederick, Michael" userId="a19ffb3c-b041-4650-bd4c-44ca687be875" providerId="ADAL" clId="{27EDE327-7F90-4ECA-BA00-0ED99CE8D11A}" dt="2026-02-15T11:21:47.456" v="26299" actId="14100"/>
          <ac:picMkLst>
            <pc:docMk/>
            <pc:sldMk cId="4146269700" sldId="410"/>
            <ac:picMk id="9" creationId="{1BD3640D-AB6B-BF80-C967-7E95A3922616}"/>
          </ac:picMkLst>
        </pc:picChg>
        <pc:picChg chg="add mod">
          <ac:chgData name="Frederick, Michael" userId="a19ffb3c-b041-4650-bd4c-44ca687be875" providerId="ADAL" clId="{27EDE327-7F90-4ECA-BA00-0ED99CE8D11A}" dt="2026-02-15T11:21:49.722" v="26300" actId="1076"/>
          <ac:picMkLst>
            <pc:docMk/>
            <pc:sldMk cId="4146269700" sldId="410"/>
            <ac:picMk id="11" creationId="{8611DDA2-78EA-E22E-7638-AD27823BEE41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4253693071" sldId="410"/>
        </pc:sldMkLst>
      </pc:sldChg>
      <pc:sldChg chg="addSp delSp modSp add mod">
        <pc:chgData name="Frederick, Michael" userId="a19ffb3c-b041-4650-bd4c-44ca687be875" providerId="ADAL" clId="{27EDE327-7F90-4ECA-BA00-0ED99CE8D11A}" dt="2026-02-15T12:03:21.989" v="26449" actId="20577"/>
        <pc:sldMkLst>
          <pc:docMk/>
          <pc:sldMk cId="165604282" sldId="411"/>
        </pc:sldMkLst>
        <pc:spChg chg="mod">
          <ac:chgData name="Frederick, Michael" userId="a19ffb3c-b041-4650-bd4c-44ca687be875" providerId="ADAL" clId="{27EDE327-7F90-4ECA-BA00-0ED99CE8D11A}" dt="2026-02-15T12:03:21.989" v="26449" actId="20577"/>
          <ac:spMkLst>
            <pc:docMk/>
            <pc:sldMk cId="165604282" sldId="411"/>
            <ac:spMk id="2" creationId="{E4F8B227-D6ED-D7B2-3CDF-5F7D1C98B6B7}"/>
          </ac:spMkLst>
        </pc:spChg>
        <pc:spChg chg="mod">
          <ac:chgData name="Frederick, Michael" userId="a19ffb3c-b041-4650-bd4c-44ca687be875" providerId="ADAL" clId="{27EDE327-7F90-4ECA-BA00-0ED99CE8D11A}" dt="2026-02-15T11:24:52.341" v="26408" actId="6549"/>
          <ac:spMkLst>
            <pc:docMk/>
            <pc:sldMk cId="165604282" sldId="411"/>
            <ac:spMk id="4" creationId="{252B73A7-366C-310E-035E-75EEE9A1EB03}"/>
          </ac:spMkLst>
        </pc:spChg>
        <pc:picChg chg="del">
          <ac:chgData name="Frederick, Michael" userId="a19ffb3c-b041-4650-bd4c-44ca687be875" providerId="ADAL" clId="{27EDE327-7F90-4ECA-BA00-0ED99CE8D11A}" dt="2026-02-15T11:23:47.457" v="26301" actId="478"/>
          <ac:picMkLst>
            <pc:docMk/>
            <pc:sldMk cId="165604282" sldId="411"/>
            <ac:picMk id="3" creationId="{B35B980A-76AD-9C46-DE09-AA9B734F39AC}"/>
          </ac:picMkLst>
        </pc:picChg>
        <pc:picChg chg="del">
          <ac:chgData name="Frederick, Michael" userId="a19ffb3c-b041-4650-bd4c-44ca687be875" providerId="ADAL" clId="{27EDE327-7F90-4ECA-BA00-0ED99CE8D11A}" dt="2026-02-15T11:23:48.451" v="26302" actId="478"/>
          <ac:picMkLst>
            <pc:docMk/>
            <pc:sldMk cId="165604282" sldId="411"/>
            <ac:picMk id="5" creationId="{E8435A10-E46C-9191-AB82-6A1711DEC94D}"/>
          </ac:picMkLst>
        </pc:picChg>
        <pc:picChg chg="del">
          <ac:chgData name="Frederick, Michael" userId="a19ffb3c-b041-4650-bd4c-44ca687be875" providerId="ADAL" clId="{27EDE327-7F90-4ECA-BA00-0ED99CE8D11A}" dt="2026-02-15T11:23:49.983" v="26304" actId="478"/>
          <ac:picMkLst>
            <pc:docMk/>
            <pc:sldMk cId="165604282" sldId="411"/>
            <ac:picMk id="6" creationId="{19C195E7-259D-3593-DD28-4B494F4CB0FF}"/>
          </ac:picMkLst>
        </pc:picChg>
        <pc:picChg chg="del">
          <ac:chgData name="Frederick, Michael" userId="a19ffb3c-b041-4650-bd4c-44ca687be875" providerId="ADAL" clId="{27EDE327-7F90-4ECA-BA00-0ED99CE8D11A}" dt="2026-02-15T11:23:49.214" v="26303" actId="478"/>
          <ac:picMkLst>
            <pc:docMk/>
            <pc:sldMk cId="165604282" sldId="411"/>
            <ac:picMk id="8" creationId="{551E0ADA-3190-1AD0-8ABE-BD630C71CA64}"/>
          </ac:picMkLst>
        </pc:picChg>
        <pc:picChg chg="add del mod">
          <ac:chgData name="Frederick, Michael" userId="a19ffb3c-b041-4650-bd4c-44ca687be875" providerId="ADAL" clId="{27EDE327-7F90-4ECA-BA00-0ED99CE8D11A}" dt="2026-02-15T11:59:45.764" v="26411" actId="478"/>
          <ac:picMkLst>
            <pc:docMk/>
            <pc:sldMk cId="165604282" sldId="411"/>
            <ac:picMk id="10" creationId="{E44A08F0-E3B5-1684-7618-03E9B0BF30D1}"/>
          </ac:picMkLst>
        </pc:picChg>
        <pc:picChg chg="add del">
          <ac:chgData name="Frederick, Michael" userId="a19ffb3c-b041-4650-bd4c-44ca687be875" providerId="ADAL" clId="{27EDE327-7F90-4ECA-BA00-0ED99CE8D11A}" dt="2026-02-15T11:25:16.279" v="26410" actId="22"/>
          <ac:picMkLst>
            <pc:docMk/>
            <pc:sldMk cId="165604282" sldId="411"/>
            <ac:picMk id="12" creationId="{09AE6207-3EDC-00FF-AA10-B32D63D8FCD4}"/>
          </ac:picMkLst>
        </pc:picChg>
        <pc:picChg chg="add del mod">
          <ac:chgData name="Frederick, Michael" userId="a19ffb3c-b041-4650-bd4c-44ca687be875" providerId="ADAL" clId="{27EDE327-7F90-4ECA-BA00-0ED99CE8D11A}" dt="2026-02-15T12:03:02.429" v="26415" actId="478"/>
          <ac:picMkLst>
            <pc:docMk/>
            <pc:sldMk cId="165604282" sldId="411"/>
            <ac:picMk id="14" creationId="{E16A1AD4-5C66-F49E-5B97-5422C2FDC245}"/>
          </ac:picMkLst>
        </pc:picChg>
        <pc:picChg chg="add mod">
          <ac:chgData name="Frederick, Michael" userId="a19ffb3c-b041-4650-bd4c-44ca687be875" providerId="ADAL" clId="{27EDE327-7F90-4ECA-BA00-0ED99CE8D11A}" dt="2026-02-15T12:03:09.415" v="26418" actId="1076"/>
          <ac:picMkLst>
            <pc:docMk/>
            <pc:sldMk cId="165604282" sldId="411"/>
            <ac:picMk id="16" creationId="{A0D565A1-EC76-8B9D-F417-FE836B895843}"/>
          </ac:picMkLst>
        </pc:picChg>
      </pc:sldChg>
      <pc:sldChg chg="add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3217600193" sldId="411"/>
        </pc:sldMkLst>
      </pc:sldChg>
      <pc:sldChg chg="addSp delSp modSp add mod">
        <pc:chgData name="Frederick, Michael" userId="a19ffb3c-b041-4650-bd4c-44ca687be875" providerId="ADAL" clId="{27EDE327-7F90-4ECA-BA00-0ED99CE8D11A}" dt="2026-02-15T12:12:38.698" v="26590" actId="20577"/>
        <pc:sldMkLst>
          <pc:docMk/>
          <pc:sldMk cId="2754370801" sldId="412"/>
        </pc:sldMkLst>
        <pc:spChg chg="mod">
          <ac:chgData name="Frederick, Michael" userId="a19ffb3c-b041-4650-bd4c-44ca687be875" providerId="ADAL" clId="{27EDE327-7F90-4ECA-BA00-0ED99CE8D11A}" dt="2026-02-15T12:12:38.698" v="26590" actId="20577"/>
          <ac:spMkLst>
            <pc:docMk/>
            <pc:sldMk cId="2754370801" sldId="412"/>
            <ac:spMk id="2" creationId="{D240D084-FB10-B2F2-1B8A-F77B16BF2A8A}"/>
          </ac:spMkLst>
        </pc:spChg>
        <pc:spChg chg="mod">
          <ac:chgData name="Frederick, Michael" userId="a19ffb3c-b041-4650-bd4c-44ca687be875" providerId="ADAL" clId="{27EDE327-7F90-4ECA-BA00-0ED99CE8D11A}" dt="2026-02-15T12:12:16.272" v="26487" actId="6549"/>
          <ac:spMkLst>
            <pc:docMk/>
            <pc:sldMk cId="2754370801" sldId="412"/>
            <ac:spMk id="4" creationId="{341F2F57-BB95-C976-4C08-F0F5FC01097F}"/>
          </ac:spMkLst>
        </pc:spChg>
        <pc:spChg chg="del">
          <ac:chgData name="Frederick, Michael" userId="a19ffb3c-b041-4650-bd4c-44ca687be875" providerId="ADAL" clId="{27EDE327-7F90-4ECA-BA00-0ED99CE8D11A}" dt="2026-02-15T12:11:53.230" v="26453" actId="478"/>
          <ac:spMkLst>
            <pc:docMk/>
            <pc:sldMk cId="2754370801" sldId="412"/>
            <ac:spMk id="12" creationId="{29D3DF7C-1C34-0C29-B085-76D238EE826B}"/>
          </ac:spMkLst>
        </pc:spChg>
        <pc:picChg chg="add mod">
          <ac:chgData name="Frederick, Michael" userId="a19ffb3c-b041-4650-bd4c-44ca687be875" providerId="ADAL" clId="{27EDE327-7F90-4ECA-BA00-0ED99CE8D11A}" dt="2026-02-15T12:11:59.506" v="26456" actId="1076"/>
          <ac:picMkLst>
            <pc:docMk/>
            <pc:sldMk cId="2754370801" sldId="412"/>
            <ac:picMk id="5" creationId="{3F823F9D-4314-C435-38FB-7240B93886F6}"/>
          </ac:picMkLst>
        </pc:picChg>
        <pc:picChg chg="del">
          <ac:chgData name="Frederick, Michael" userId="a19ffb3c-b041-4650-bd4c-44ca687be875" providerId="ADAL" clId="{27EDE327-7F90-4ECA-BA00-0ED99CE8D11A}" dt="2026-02-15T12:11:49.806" v="26450" actId="478"/>
          <ac:picMkLst>
            <pc:docMk/>
            <pc:sldMk cId="2754370801" sldId="412"/>
            <ac:picMk id="9" creationId="{E6B4E4C1-1199-38CA-327E-F6B6A1007554}"/>
          </ac:picMkLst>
        </pc:picChg>
        <pc:picChg chg="del">
          <ac:chgData name="Frederick, Michael" userId="a19ffb3c-b041-4650-bd4c-44ca687be875" providerId="ADAL" clId="{27EDE327-7F90-4ECA-BA00-0ED99CE8D11A}" dt="2026-02-15T12:11:50.320" v="26451" actId="478"/>
          <ac:picMkLst>
            <pc:docMk/>
            <pc:sldMk cId="2754370801" sldId="412"/>
            <ac:picMk id="10" creationId="{B7AC33D4-4B10-7F9E-7117-7210DC5148D6}"/>
          </ac:picMkLst>
        </pc:picChg>
        <pc:picChg chg="del">
          <ac:chgData name="Frederick, Michael" userId="a19ffb3c-b041-4650-bd4c-44ca687be875" providerId="ADAL" clId="{27EDE327-7F90-4ECA-BA00-0ED99CE8D11A}" dt="2026-02-15T12:11:50.787" v="26452" actId="478"/>
          <ac:picMkLst>
            <pc:docMk/>
            <pc:sldMk cId="2754370801" sldId="412"/>
            <ac:picMk id="11" creationId="{9A3252A2-2C69-B8DA-1902-7F1A49B9891E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3700660027" sldId="412"/>
        </pc:sldMkLst>
      </pc:sldChg>
      <pc:sldChg chg="addSp delSp modSp add mod">
        <pc:chgData name="Frederick, Michael" userId="a19ffb3c-b041-4650-bd4c-44ca687be875" providerId="ADAL" clId="{27EDE327-7F90-4ECA-BA00-0ED99CE8D11A}" dt="2026-02-15T12:48:13.352" v="27391" actId="20577"/>
        <pc:sldMkLst>
          <pc:docMk/>
          <pc:sldMk cId="1736600485" sldId="413"/>
        </pc:sldMkLst>
        <pc:spChg chg="mod">
          <ac:chgData name="Frederick, Michael" userId="a19ffb3c-b041-4650-bd4c-44ca687be875" providerId="ADAL" clId="{27EDE327-7F90-4ECA-BA00-0ED99CE8D11A}" dt="2026-02-15T12:14:03.316" v="26763" actId="20577"/>
          <ac:spMkLst>
            <pc:docMk/>
            <pc:sldMk cId="1736600485" sldId="413"/>
            <ac:spMk id="2" creationId="{E887FE54-BE76-F40C-FC3E-E962ECEE17C5}"/>
          </ac:spMkLst>
        </pc:spChg>
        <pc:spChg chg="mod">
          <ac:chgData name="Frederick, Michael" userId="a19ffb3c-b041-4650-bd4c-44ca687be875" providerId="ADAL" clId="{27EDE327-7F90-4ECA-BA00-0ED99CE8D11A}" dt="2026-02-15T12:48:13.352" v="27391" actId="20577"/>
          <ac:spMkLst>
            <pc:docMk/>
            <pc:sldMk cId="1736600485" sldId="413"/>
            <ac:spMk id="4" creationId="{07D182B4-9B5E-E977-4DE6-4EEE98A313D5}"/>
          </ac:spMkLst>
        </pc:spChg>
        <pc:picChg chg="del">
          <ac:chgData name="Frederick, Michael" userId="a19ffb3c-b041-4650-bd4c-44ca687be875" providerId="ADAL" clId="{27EDE327-7F90-4ECA-BA00-0ED99CE8D11A}" dt="2026-02-15T12:13:33.360" v="26591" actId="478"/>
          <ac:picMkLst>
            <pc:docMk/>
            <pc:sldMk cId="1736600485" sldId="413"/>
            <ac:picMk id="3" creationId="{9234AC78-70CA-0296-FD39-74F357803D7F}"/>
          </ac:picMkLst>
        </pc:picChg>
        <pc:picChg chg="del">
          <ac:chgData name="Frederick, Michael" userId="a19ffb3c-b041-4650-bd4c-44ca687be875" providerId="ADAL" clId="{27EDE327-7F90-4ECA-BA00-0ED99CE8D11A}" dt="2026-02-15T12:13:33.902" v="26592" actId="478"/>
          <ac:picMkLst>
            <pc:docMk/>
            <pc:sldMk cId="1736600485" sldId="413"/>
            <ac:picMk id="6" creationId="{1EC42DC5-4767-95DA-2799-BC71E5B168C4}"/>
          </ac:picMkLst>
        </pc:picChg>
        <pc:picChg chg="add mod">
          <ac:chgData name="Frederick, Michael" userId="a19ffb3c-b041-4650-bd4c-44ca687be875" providerId="ADAL" clId="{27EDE327-7F90-4ECA-BA00-0ED99CE8D11A}" dt="2026-02-15T12:13:43.598" v="26596" actId="1076"/>
          <ac:picMkLst>
            <pc:docMk/>
            <pc:sldMk cId="1736600485" sldId="413"/>
            <ac:picMk id="8" creationId="{08B69A76-A302-DBAB-922E-000DF3EF9BC1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2937041135" sldId="413"/>
        </pc:sldMkLst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587381424" sldId="414"/>
        </pc:sldMkLst>
      </pc:sldChg>
      <pc:sldChg chg="addSp delSp modSp add mod">
        <pc:chgData name="Frederick, Michael" userId="a19ffb3c-b041-4650-bd4c-44ca687be875" providerId="ADAL" clId="{27EDE327-7F90-4ECA-BA00-0ED99CE8D11A}" dt="2026-02-15T12:48:08.364" v="27386" actId="20577"/>
        <pc:sldMkLst>
          <pc:docMk/>
          <pc:sldMk cId="4005763633" sldId="414"/>
        </pc:sldMkLst>
        <pc:spChg chg="mod">
          <ac:chgData name="Frederick, Michael" userId="a19ffb3c-b041-4650-bd4c-44ca687be875" providerId="ADAL" clId="{27EDE327-7F90-4ECA-BA00-0ED99CE8D11A}" dt="2026-02-15T12:18:38.227" v="26838" actId="20577"/>
          <ac:spMkLst>
            <pc:docMk/>
            <pc:sldMk cId="4005763633" sldId="414"/>
            <ac:spMk id="2" creationId="{3FC9D1E8-1FDF-8280-E590-1D947A1CD232}"/>
          </ac:spMkLst>
        </pc:spChg>
        <pc:spChg chg="mod">
          <ac:chgData name="Frederick, Michael" userId="a19ffb3c-b041-4650-bd4c-44ca687be875" providerId="ADAL" clId="{27EDE327-7F90-4ECA-BA00-0ED99CE8D11A}" dt="2026-02-15T12:48:08.364" v="27386" actId="20577"/>
          <ac:spMkLst>
            <pc:docMk/>
            <pc:sldMk cId="4005763633" sldId="414"/>
            <ac:spMk id="4" creationId="{E6072D65-AC50-D216-FD3E-3E716BCF5BBA}"/>
          </ac:spMkLst>
        </pc:spChg>
        <pc:picChg chg="del">
          <ac:chgData name="Frederick, Michael" userId="a19ffb3c-b041-4650-bd4c-44ca687be875" providerId="ADAL" clId="{27EDE327-7F90-4ECA-BA00-0ED99CE8D11A}" dt="2026-02-15T12:17:15.286" v="26765" actId="478"/>
          <ac:picMkLst>
            <pc:docMk/>
            <pc:sldMk cId="4005763633" sldId="414"/>
            <ac:picMk id="5" creationId="{8DB49F5B-6C9E-638B-0477-4D9CE83DC8CF}"/>
          </ac:picMkLst>
        </pc:picChg>
        <pc:picChg chg="add mod">
          <ac:chgData name="Frederick, Michael" userId="a19ffb3c-b041-4650-bd4c-44ca687be875" providerId="ADAL" clId="{27EDE327-7F90-4ECA-BA00-0ED99CE8D11A}" dt="2026-02-15T12:17:24.525" v="26770" actId="1076"/>
          <ac:picMkLst>
            <pc:docMk/>
            <pc:sldMk cId="4005763633" sldId="414"/>
            <ac:picMk id="6" creationId="{86095FF4-E0F2-E999-F775-959CAE5B19A2}"/>
          </ac:picMkLst>
        </pc:picChg>
        <pc:picChg chg="del">
          <ac:chgData name="Frederick, Michael" userId="a19ffb3c-b041-4650-bd4c-44ca687be875" providerId="ADAL" clId="{27EDE327-7F90-4ECA-BA00-0ED99CE8D11A}" dt="2026-02-15T12:17:14.663" v="26764" actId="478"/>
          <ac:picMkLst>
            <pc:docMk/>
            <pc:sldMk cId="4005763633" sldId="414"/>
            <ac:picMk id="8" creationId="{127C079B-6B6A-D2D3-EC33-27EAFCCDA80E}"/>
          </ac:picMkLst>
        </pc:picChg>
        <pc:picChg chg="del">
          <ac:chgData name="Frederick, Michael" userId="a19ffb3c-b041-4650-bd4c-44ca687be875" providerId="ADAL" clId="{27EDE327-7F90-4ECA-BA00-0ED99CE8D11A}" dt="2026-02-15T12:17:16.103" v="26766" actId="478"/>
          <ac:picMkLst>
            <pc:docMk/>
            <pc:sldMk cId="4005763633" sldId="414"/>
            <ac:picMk id="9" creationId="{251D4056-8F24-84A7-A2A0-B3CB81380997}"/>
          </ac:picMkLst>
        </pc:picChg>
      </pc:sldChg>
      <pc:sldChg chg="addSp modSp add mod">
        <pc:chgData name="Frederick, Michael" userId="a19ffb3c-b041-4650-bd4c-44ca687be875" providerId="ADAL" clId="{27EDE327-7F90-4ECA-BA00-0ED99CE8D11A}" dt="2026-02-15T12:35:55.212" v="27004" actId="20577"/>
        <pc:sldMkLst>
          <pc:docMk/>
          <pc:sldMk cId="3278457589" sldId="415"/>
        </pc:sldMkLst>
        <pc:spChg chg="mod">
          <ac:chgData name="Frederick, Michael" userId="a19ffb3c-b041-4650-bd4c-44ca687be875" providerId="ADAL" clId="{27EDE327-7F90-4ECA-BA00-0ED99CE8D11A}" dt="2026-02-15T12:35:55.212" v="27004" actId="20577"/>
          <ac:spMkLst>
            <pc:docMk/>
            <pc:sldMk cId="3278457589" sldId="415"/>
            <ac:spMk id="2" creationId="{BC59A6F8-13E3-D704-48A1-D71B8C93D4AE}"/>
          </ac:spMkLst>
        </pc:spChg>
        <pc:spChg chg="mod">
          <ac:chgData name="Frederick, Michael" userId="a19ffb3c-b041-4650-bd4c-44ca687be875" providerId="ADAL" clId="{27EDE327-7F90-4ECA-BA00-0ED99CE8D11A}" dt="2026-02-15T12:33:43.206" v="26874" actId="6549"/>
          <ac:spMkLst>
            <pc:docMk/>
            <pc:sldMk cId="3278457589" sldId="415"/>
            <ac:spMk id="4" creationId="{92181DE7-5454-8DEC-9F63-02B3194AEE29}"/>
          </ac:spMkLst>
        </pc:spChg>
        <pc:picChg chg="add mod">
          <ac:chgData name="Frederick, Michael" userId="a19ffb3c-b041-4650-bd4c-44ca687be875" providerId="ADAL" clId="{27EDE327-7F90-4ECA-BA00-0ED99CE8D11A}" dt="2026-02-15T12:34:04.628" v="26879" actId="14100"/>
          <ac:picMkLst>
            <pc:docMk/>
            <pc:sldMk cId="3278457589" sldId="415"/>
            <ac:picMk id="5" creationId="{FD6A521C-9C5A-A03F-F9D1-4DAD44CBB97E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4145572931" sldId="415"/>
        </pc:sldMkLst>
      </pc:sldChg>
      <pc:sldChg chg="add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3000981044" sldId="416"/>
        </pc:sldMkLst>
      </pc:sldChg>
      <pc:sldChg chg="addSp delSp modSp add mod">
        <pc:chgData name="Frederick, Michael" userId="a19ffb3c-b041-4650-bd4c-44ca687be875" providerId="ADAL" clId="{27EDE327-7F90-4ECA-BA00-0ED99CE8D11A}" dt="2026-02-15T12:35:10.466" v="26957" actId="6549"/>
        <pc:sldMkLst>
          <pc:docMk/>
          <pc:sldMk cId="3753446387" sldId="416"/>
        </pc:sldMkLst>
        <pc:spChg chg="mod">
          <ac:chgData name="Frederick, Michael" userId="a19ffb3c-b041-4650-bd4c-44ca687be875" providerId="ADAL" clId="{27EDE327-7F90-4ECA-BA00-0ED99CE8D11A}" dt="2026-02-15T12:34:51.063" v="26922" actId="20577"/>
          <ac:spMkLst>
            <pc:docMk/>
            <pc:sldMk cId="3753446387" sldId="416"/>
            <ac:spMk id="2" creationId="{21BDA381-A2D4-C172-25E0-15D15433EAF9}"/>
          </ac:spMkLst>
        </pc:spChg>
        <pc:spChg chg="mod">
          <ac:chgData name="Frederick, Michael" userId="a19ffb3c-b041-4650-bd4c-44ca687be875" providerId="ADAL" clId="{27EDE327-7F90-4ECA-BA00-0ED99CE8D11A}" dt="2026-02-15T12:35:10.466" v="26957" actId="6549"/>
          <ac:spMkLst>
            <pc:docMk/>
            <pc:sldMk cId="3753446387" sldId="416"/>
            <ac:spMk id="4" creationId="{CA64E085-B52E-AC75-234A-F84D90A3E31E}"/>
          </ac:spMkLst>
        </pc:spChg>
        <pc:picChg chg="del">
          <ac:chgData name="Frederick, Michael" userId="a19ffb3c-b041-4650-bd4c-44ca687be875" providerId="ADAL" clId="{27EDE327-7F90-4ECA-BA00-0ED99CE8D11A}" dt="2026-02-15T12:34:38.066" v="26898" actId="478"/>
          <ac:picMkLst>
            <pc:docMk/>
            <pc:sldMk cId="3753446387" sldId="416"/>
            <ac:picMk id="3" creationId="{CF5960DB-DD8F-8200-94DA-6ECA3956D60F}"/>
          </ac:picMkLst>
        </pc:picChg>
        <pc:picChg chg="add mod">
          <ac:chgData name="Frederick, Michael" userId="a19ffb3c-b041-4650-bd4c-44ca687be875" providerId="ADAL" clId="{27EDE327-7F90-4ECA-BA00-0ED99CE8D11A}" dt="2026-02-15T12:34:43.627" v="26901" actId="1076"/>
          <ac:picMkLst>
            <pc:docMk/>
            <pc:sldMk cId="3753446387" sldId="416"/>
            <ac:picMk id="6" creationId="{0EA91F5C-11EF-72C6-2023-E321C3D2DD25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1909636275" sldId="417"/>
        </pc:sldMkLst>
      </pc:sldChg>
      <pc:sldChg chg="addSp delSp modSp add mod">
        <pc:chgData name="Frederick, Michael" userId="a19ffb3c-b041-4650-bd4c-44ca687be875" providerId="ADAL" clId="{27EDE327-7F90-4ECA-BA00-0ED99CE8D11A}" dt="2026-02-15T12:37:17.860" v="27140" actId="6549"/>
        <pc:sldMkLst>
          <pc:docMk/>
          <pc:sldMk cId="2177787693" sldId="417"/>
        </pc:sldMkLst>
        <pc:spChg chg="mod">
          <ac:chgData name="Frederick, Michael" userId="a19ffb3c-b041-4650-bd4c-44ca687be875" providerId="ADAL" clId="{27EDE327-7F90-4ECA-BA00-0ED99CE8D11A}" dt="2026-02-15T12:37:01.095" v="27102" actId="20577"/>
          <ac:spMkLst>
            <pc:docMk/>
            <pc:sldMk cId="2177787693" sldId="417"/>
            <ac:spMk id="2" creationId="{AC83F998-B93A-0732-6267-9FB5B9E8B189}"/>
          </ac:spMkLst>
        </pc:spChg>
        <pc:spChg chg="mod">
          <ac:chgData name="Frederick, Michael" userId="a19ffb3c-b041-4650-bd4c-44ca687be875" providerId="ADAL" clId="{27EDE327-7F90-4ECA-BA00-0ED99CE8D11A}" dt="2026-02-15T12:37:17.860" v="27140" actId="6549"/>
          <ac:spMkLst>
            <pc:docMk/>
            <pc:sldMk cId="2177787693" sldId="417"/>
            <ac:spMk id="4" creationId="{2CB6AAED-DFBB-2CD1-6ED2-096B083C5C57}"/>
          </ac:spMkLst>
        </pc:spChg>
        <pc:picChg chg="del">
          <ac:chgData name="Frederick, Michael" userId="a19ffb3c-b041-4650-bd4c-44ca687be875" providerId="ADAL" clId="{27EDE327-7F90-4ECA-BA00-0ED99CE8D11A}" dt="2026-02-15T12:36:42.399" v="27005" actId="478"/>
          <ac:picMkLst>
            <pc:docMk/>
            <pc:sldMk cId="2177787693" sldId="417"/>
            <ac:picMk id="5" creationId="{1DBB585D-57B7-1BAA-F1C4-838C054697E1}"/>
          </ac:picMkLst>
        </pc:picChg>
        <pc:picChg chg="add mod">
          <ac:chgData name="Frederick, Michael" userId="a19ffb3c-b041-4650-bd4c-44ca687be875" providerId="ADAL" clId="{27EDE327-7F90-4ECA-BA00-0ED99CE8D11A}" dt="2026-02-15T12:37:08.853" v="27105" actId="1076"/>
          <ac:picMkLst>
            <pc:docMk/>
            <pc:sldMk cId="2177787693" sldId="417"/>
            <ac:picMk id="6" creationId="{0544E11A-B839-BF7F-F579-13E32AF0D754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15T12:42:23.994" v="27303" actId="6549"/>
        <pc:sldMkLst>
          <pc:docMk/>
          <pc:sldMk cId="3048817631" sldId="418"/>
        </pc:sldMkLst>
        <pc:spChg chg="mod">
          <ac:chgData name="Frederick, Michael" userId="a19ffb3c-b041-4650-bd4c-44ca687be875" providerId="ADAL" clId="{27EDE327-7F90-4ECA-BA00-0ED99CE8D11A}" dt="2026-02-15T12:42:13.781" v="27268" actId="313"/>
          <ac:spMkLst>
            <pc:docMk/>
            <pc:sldMk cId="3048817631" sldId="418"/>
            <ac:spMk id="2" creationId="{F5C1DEBA-B5FA-02E6-ECE0-8CFAC7BBEA67}"/>
          </ac:spMkLst>
        </pc:spChg>
        <pc:spChg chg="mod">
          <ac:chgData name="Frederick, Michael" userId="a19ffb3c-b041-4650-bd4c-44ca687be875" providerId="ADAL" clId="{27EDE327-7F90-4ECA-BA00-0ED99CE8D11A}" dt="2026-02-15T12:42:23.994" v="27303" actId="6549"/>
          <ac:spMkLst>
            <pc:docMk/>
            <pc:sldMk cId="3048817631" sldId="418"/>
            <ac:spMk id="4" creationId="{4F9204C5-A3DB-8E4C-6F82-31AF98A56202}"/>
          </ac:spMkLst>
        </pc:spChg>
        <pc:picChg chg="del">
          <ac:chgData name="Frederick, Michael" userId="a19ffb3c-b041-4650-bd4c-44ca687be875" providerId="ADAL" clId="{27EDE327-7F90-4ECA-BA00-0ED99CE8D11A}" dt="2026-02-15T12:41:40.320" v="27141" actId="478"/>
          <ac:picMkLst>
            <pc:docMk/>
            <pc:sldMk cId="3048817631" sldId="418"/>
            <ac:picMk id="3" creationId="{D75EF461-B89E-0FA5-AF37-98FECEBC8B3B}"/>
          </ac:picMkLst>
        </pc:picChg>
        <pc:picChg chg="add mod">
          <ac:chgData name="Frederick, Michael" userId="a19ffb3c-b041-4650-bd4c-44ca687be875" providerId="ADAL" clId="{27EDE327-7F90-4ECA-BA00-0ED99CE8D11A}" dt="2026-02-15T12:41:45.889" v="27144" actId="1076"/>
          <ac:picMkLst>
            <pc:docMk/>
            <pc:sldMk cId="3048817631" sldId="418"/>
            <ac:picMk id="6" creationId="{2AFF338F-6E52-D26D-90E8-0762B7020A7D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3346842332" sldId="418"/>
        </pc:sldMkLst>
      </pc:sldChg>
      <pc:sldChg chg="addSp delSp modSp add mod">
        <pc:chgData name="Frederick, Michael" userId="a19ffb3c-b041-4650-bd4c-44ca687be875" providerId="ADAL" clId="{27EDE327-7F90-4ECA-BA00-0ED99CE8D11A}" dt="2026-02-15T12:47:54.012" v="27381" actId="20577"/>
        <pc:sldMkLst>
          <pc:docMk/>
          <pc:sldMk cId="616763842" sldId="419"/>
        </pc:sldMkLst>
        <pc:spChg chg="mod">
          <ac:chgData name="Frederick, Michael" userId="a19ffb3c-b041-4650-bd4c-44ca687be875" providerId="ADAL" clId="{27EDE327-7F90-4ECA-BA00-0ED99CE8D11A}" dt="2026-02-15T12:47:43.839" v="27346" actId="20577"/>
          <ac:spMkLst>
            <pc:docMk/>
            <pc:sldMk cId="616763842" sldId="419"/>
            <ac:spMk id="2" creationId="{C7ACB2BE-9CD3-BB95-8322-9D9FF1FB83AA}"/>
          </ac:spMkLst>
        </pc:spChg>
        <pc:spChg chg="mod">
          <ac:chgData name="Frederick, Michael" userId="a19ffb3c-b041-4650-bd4c-44ca687be875" providerId="ADAL" clId="{27EDE327-7F90-4ECA-BA00-0ED99CE8D11A}" dt="2026-02-15T12:47:54.012" v="27381" actId="20577"/>
          <ac:spMkLst>
            <pc:docMk/>
            <pc:sldMk cId="616763842" sldId="419"/>
            <ac:spMk id="4" creationId="{2DCFDF36-5AC2-A89D-F305-05E95ABCC842}"/>
          </ac:spMkLst>
        </pc:spChg>
        <pc:picChg chg="del">
          <ac:chgData name="Frederick, Michael" userId="a19ffb3c-b041-4650-bd4c-44ca687be875" providerId="ADAL" clId="{27EDE327-7F90-4ECA-BA00-0ED99CE8D11A}" dt="2026-02-15T12:47:17.610" v="27304" actId="478"/>
          <ac:picMkLst>
            <pc:docMk/>
            <pc:sldMk cId="616763842" sldId="419"/>
            <ac:picMk id="5" creationId="{AE148BE7-C142-292A-B646-A1F9ACF1A39D}"/>
          </ac:picMkLst>
        </pc:picChg>
        <pc:picChg chg="del">
          <ac:chgData name="Frederick, Michael" userId="a19ffb3c-b041-4650-bd4c-44ca687be875" providerId="ADAL" clId="{27EDE327-7F90-4ECA-BA00-0ED99CE8D11A}" dt="2026-02-15T12:47:18.202" v="27305" actId="478"/>
          <ac:picMkLst>
            <pc:docMk/>
            <pc:sldMk cId="616763842" sldId="419"/>
            <ac:picMk id="6" creationId="{11C428C0-1F1B-CC97-E637-CB29F0A34116}"/>
          </ac:picMkLst>
        </pc:picChg>
        <pc:picChg chg="add mod">
          <ac:chgData name="Frederick, Michael" userId="a19ffb3c-b041-4650-bd4c-44ca687be875" providerId="ADAL" clId="{27EDE327-7F90-4ECA-BA00-0ED99CE8D11A}" dt="2026-02-15T12:47:26.801" v="27308" actId="1076"/>
          <ac:picMkLst>
            <pc:docMk/>
            <pc:sldMk cId="616763842" sldId="419"/>
            <ac:picMk id="8" creationId="{9EC3CDBB-0D86-CC9C-9C0F-EA51387BFC21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15T11:01:41.973" v="25345" actId="2696"/>
        <pc:sldMkLst>
          <pc:docMk/>
          <pc:sldMk cId="2113793777" sldId="419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4266866165" sldId="420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3767990848" sldId="421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121201782" sldId="422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2563991969" sldId="423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796368134" sldId="424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2938588916" sldId="425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2150304633" sldId="426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304004050" sldId="427"/>
        </pc:sldMkLst>
      </pc:sldChg>
      <pc:sldChg chg="addSp delSp modSp add del mod">
        <pc:chgData name="Frederick, Michael" userId="a19ffb3c-b041-4650-bd4c-44ca687be875" providerId="ADAL" clId="{27EDE327-7F90-4ECA-BA00-0ED99CE8D11A}" dt="2026-02-15T11:01:35.947" v="25344" actId="2696"/>
        <pc:sldMkLst>
          <pc:docMk/>
          <pc:sldMk cId="1783737200" sldId="4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F0BC6DC4-FB3E-75DC-85FB-A224D1F7D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5852796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A1EF5CC7-F0EA-8078-A534-7C1AE5D1F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4297680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20111739-A47E-B30F-E9C0-78208DDDB98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12080" y="2148840"/>
            <a:ext cx="3575341" cy="402336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67375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760" y="1600200"/>
            <a:ext cx="4023360" cy="0"/>
          </a:xfrm>
          <a:prstGeom prst="line">
            <a:avLst/>
          </a:prstGeom>
          <a:ln w="1905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4023360" cy="4340224"/>
          </a:xfrm>
        </p:spPr>
        <p:txBody>
          <a:bodyPr numCol="1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1828802"/>
            <a:ext cx="8413115" cy="4340224"/>
          </a:xfrm>
        </p:spPr>
        <p:txBody>
          <a:bodyPr numCol="2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00201"/>
            <a:ext cx="841248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00201"/>
            <a:ext cx="5486400" cy="4568825"/>
          </a:xfrm>
        </p:spPr>
        <p:txBody>
          <a:bodyPr>
            <a:noAutofit/>
          </a:bodyPr>
          <a:lstStyle>
            <a:lvl1pPr marL="274320" indent="-274320">
              <a:lnSpc>
                <a:spcPct val="100000"/>
              </a:lnSpc>
              <a:buFont typeface="Wells Fargo Sans Display" panose="020B0503020203020204" pitchFamily="34" charset="0"/>
              <a:buChar char="•"/>
              <a:defRPr sz="2400">
                <a:latin typeface="+mj-lt"/>
              </a:defRPr>
            </a:lvl1pPr>
            <a:lvl2pPr marL="5486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2pPr>
            <a:lvl3pPr marL="8229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3pPr>
            <a:lvl4pPr marL="10972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4pPr>
            <a:lvl5pPr marL="137160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5pPr>
            <a:lvl6pPr marL="164592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6pPr>
            <a:lvl7pPr marL="19202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7pPr>
            <a:lvl8pPr marL="21945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8pPr>
            <a:lvl9pPr marL="24688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88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17921" y="1600200"/>
            <a:ext cx="256095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548639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5486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600200"/>
            <a:ext cx="256031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6576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29184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1792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576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9184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21792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946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E2FBBB-4BFC-1AB6-5E83-533AFC32E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E797A7-B759-D718-EF36-560A0F0BEE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57A7267-38A2-7E1B-5497-9B2C09D56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1">
    <p:bg>
      <p:bgPr>
        <a:solidFill>
          <a:srgbClr val="706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FCA519-A381-9664-44E5-81BD7408B9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F55F3-F308-6089-0D10-73F1F8CB9E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737CCE9-027D-80CB-2818-D6DCF786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4"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EA7E7E-589C-85BF-6061-541DF5D45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7D9D10-C4B2-D0CF-345D-BFE471A58B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F405144-9A03-7AAA-CEC7-4563FA4ED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FCB847C-997A-38E1-BFC2-A0C080DC5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BAD93E4-DCE8-9F07-CB9D-C6B6EA8E62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3E3D0D3-6F76-C4D1-CE58-D099C5F0C3EB}"/>
              </a:ext>
            </a:extLst>
          </p:cNvPr>
          <p:cNvSpPr txBox="1">
            <a:spLocks/>
          </p:cNvSpPr>
          <p:nvPr userDrawn="1"/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57200"/>
            <a:ext cx="5487035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703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 descr="Upload or paste an image here">
            <a:extLst>
              <a:ext uri="{FF2B5EF4-FFF2-40B4-BE49-F238E27FC236}">
                <a16:creationId xmlns:a16="http://schemas.microsoft.com/office/drawing/2014/main" id="{1AC4A27E-4357-361F-21AB-42B2C26A56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8238" y="0"/>
            <a:ext cx="2925762" cy="685800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1600200"/>
            <a:ext cx="841248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A079D476-4360-124F-F8E0-1F5E77BFBD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9144000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9" y="1600200"/>
            <a:ext cx="5486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8" descr="Upload or paste an image here">
            <a:extLst>
              <a:ext uri="{FF2B5EF4-FFF2-40B4-BE49-F238E27FC236}">
                <a16:creationId xmlns:a16="http://schemas.microsoft.com/office/drawing/2014/main" id="{7A33E1AF-7834-BBF7-AD0C-ACE593C44F2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2103438"/>
            <a:ext cx="6218238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1" y="1600200"/>
            <a:ext cx="256032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 descr="Upload or paste an image here">
            <a:extLst>
              <a:ext uri="{FF2B5EF4-FFF2-40B4-BE49-F238E27FC236}">
                <a16:creationId xmlns:a16="http://schemas.microsoft.com/office/drawing/2014/main" id="{BB75E35E-A352-66BD-65E0-009B7A2B0B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7919" y="2104823"/>
            <a:ext cx="2926399" cy="4754562"/>
          </a:xfrm>
          <a:solidFill>
            <a:srgbClr val="BCBBBA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65BEEFC-B89E-9C41-8260-1542F0B43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ls Fargo Premier" descr="Wells Fargo Premier">
            <a:extLst>
              <a:ext uri="{FF2B5EF4-FFF2-40B4-BE49-F238E27FC236}">
                <a16:creationId xmlns:a16="http://schemas.microsoft.com/office/drawing/2014/main" id="{D3BD62DB-D680-0B2B-728F-3A3CC2F5D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341846"/>
            <a:ext cx="256032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00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2DFF9-7821-50F5-7BAD-F522777D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743200"/>
            <a:ext cx="8397241" cy="70942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00200"/>
            <a:ext cx="841248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3" r:id="rId3"/>
    <p:sldLayoutId id="2147483672" r:id="rId4"/>
    <p:sldLayoutId id="2147483650" r:id="rId5"/>
    <p:sldLayoutId id="2147483675" r:id="rId6"/>
    <p:sldLayoutId id="2147483652" r:id="rId7"/>
    <p:sldLayoutId id="2147483658" r:id="rId8"/>
    <p:sldLayoutId id="2147483669" r:id="rId9"/>
    <p:sldLayoutId id="2147483670" r:id="rId10"/>
    <p:sldLayoutId id="2147483674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54" r:id="rId19"/>
    <p:sldLayoutId id="2147483655" r:id="rId20"/>
    <p:sldLayoutId id="214748367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5530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36033-BF24-A54C-A030-AB28AE447995}"/>
              </a:ext>
            </a:extLst>
          </p:cNvPr>
          <p:cNvSpPr txBox="1"/>
          <p:nvPr/>
        </p:nvSpPr>
        <p:spPr>
          <a:xfrm>
            <a:off x="3200400" y="762000"/>
            <a:ext cx="22860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Wells Fargo Premier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72DA22B-0666-1647-8A12-A6F6D00A5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124" y="2834640"/>
            <a:ext cx="7331075" cy="1779684"/>
          </a:xfrm>
        </p:spPr>
        <p:txBody>
          <a:bodyPr/>
          <a:lstStyle/>
          <a:p>
            <a:r>
              <a:rPr lang="en-US" dirty="0"/>
              <a:t>Agentic AI – Module 5 - Review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78B65EB-C98D-4048-A9B2-C88B4A957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February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4A1E0883-8C2E-CADE-2870-9987AEF48330}"/>
              </a:ext>
            </a:extLst>
          </p:cNvPr>
          <p:cNvSpPr txBox="1"/>
          <p:nvPr/>
        </p:nvSpPr>
        <p:spPr>
          <a:xfrm>
            <a:off x="365125" y="6175353"/>
            <a:ext cx="4023360" cy="45404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800" dirty="0"/>
              <a:t>© 2026 Wells Fargo Bank, N.A. </a:t>
            </a:r>
          </a:p>
        </p:txBody>
      </p:sp>
    </p:spTree>
    <p:extLst>
      <p:ext uri="{BB962C8B-B14F-4D97-AF65-F5344CB8AC3E}">
        <p14:creationId xmlns:p14="http://schemas.microsoft.com/office/powerpoint/2010/main" val="33204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2BD2-A339-4528-5D61-1565F4C7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052B74-9A3C-CB6A-11A4-E0033E04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A104D-55E8-8A36-A5BC-18BD3B240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2133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Challenges in building agents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No centralized place to track data, prompts, experiments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Hard to include non-technical stakeholders or delegate to SME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Slow &amp; hard to iterate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While going into production, shipping agents is harder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No visibility into agent behavior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Lack of ability to quantify application performance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Hard to iterate &amp; experiment in production 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		</a:t>
            </a:r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862CCF2-4BCD-EB13-0B64-48E49261B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773366-225B-29CE-BCC9-EBB3CD09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2280"/>
            <a:ext cx="9144000" cy="392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5D20-836D-5635-F76C-9C3C21D5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525070A-0514-C56D-2996-E70D8288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709D47-B8EE-25FF-883B-1C22BF7B6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1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1BCB38-D2E9-6529-B564-9ACE0E913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5E6B78-D489-50A5-F039-E25CF9E9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960120"/>
            <a:ext cx="9144000" cy="511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8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BCE1-7FD8-C332-389B-C9E7C004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69125E9-11D1-F1F8-BC56-EF752F9A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C1902C-C47D-9A30-0E2C-B6A24B755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1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Use SDK to integrate with </a:t>
            </a:r>
            <a:r>
              <a:rPr lang="en-US" sz="1200" dirty="0" err="1"/>
              <a:t>Arize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B0445D4-09A7-F9B7-9A59-681AE949A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8F871E-E6C2-C4EA-355D-1468B987D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1" y="1215457"/>
            <a:ext cx="8488680" cy="554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1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6357-0AD6-5FC6-34D1-96277C4D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9551E83-F5AE-905B-6EDB-AE93B8E2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5D8DF-3D00-E435-D97D-1FA478B6A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1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Example – </a:t>
            </a:r>
            <a:r>
              <a:rPr lang="en-US" sz="1200" dirty="0" err="1"/>
              <a:t>Langgraph</a:t>
            </a:r>
            <a:r>
              <a:rPr lang="en-US" sz="1200" dirty="0"/>
              <a:t> financial agent with prompt “Tell me about </a:t>
            </a:r>
            <a:r>
              <a:rPr lang="en-US" sz="1200" dirty="0" err="1"/>
              <a:t>wellsfargo</a:t>
            </a:r>
            <a:r>
              <a:rPr lang="en-US" sz="1200" dirty="0"/>
              <a:t> stock” – is traced in </a:t>
            </a:r>
            <a:r>
              <a:rPr lang="en-US" sz="1200" dirty="0" err="1"/>
              <a:t>Arize</a:t>
            </a:r>
            <a:r>
              <a:rPr lang="en-US" sz="1200" dirty="0"/>
              <a:t> if integrated: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AF5628D-080F-3E9E-4C0E-7294B5CBC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D3640D-AB6B-BF80-C967-7E95A3922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8" y="1128021"/>
            <a:ext cx="8084602" cy="28343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11DDA2-78EA-E22E-7638-AD27823BE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00" y="3684126"/>
            <a:ext cx="8077200" cy="323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6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E952-8FE8-2F7F-9D2E-8A78552E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52B73A7-366C-310E-035E-75EEE9A1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F8B227-D6ED-D7B2-3CDF-5F7D1C98B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5334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Agent flow – integrated with </a:t>
            </a:r>
            <a:r>
              <a:rPr lang="en-US" sz="1200" dirty="0" err="1"/>
              <a:t>Arize</a:t>
            </a:r>
            <a:r>
              <a:rPr lang="en-US" sz="1200" dirty="0"/>
              <a:t>. ; Provides Evaluations 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1BA555B-2EAA-B1B6-1C2E-D532F24A4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D565A1-EC76-8B9D-F417-FE836B89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60" y="1070149"/>
            <a:ext cx="7977160" cy="553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85F5-125C-A14F-82DF-01EA1456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41F2F57-BB95-C976-4C08-F0F5FC01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40D084-FB10-B2F2-1B8A-F77B16BF2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5334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Ability to track Agent level correctness 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319B118-AC9D-5F67-F537-3EEF3FBA85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23F9D-4314-C435-38FB-7240B938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177607"/>
            <a:ext cx="7924800" cy="53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70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500B-84FC-5149-7264-C38CC4A4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182B4-9B5E-E977-4DE6-4EEE98A3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87FE54-BE76-F40C-FC3E-E962ECEE1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Saving hallucinated data for further analysis</a:t>
            </a:r>
            <a:endParaRPr lang="en-US" sz="1200" dirty="0"/>
          </a:p>
          <a:p>
            <a:pPr marL="571500" lvl="2" indent="-228600">
              <a:buFont typeface="+mj-lt"/>
              <a:buAutoNum type="arabicPeriod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DB536D0-CBED-11F3-30C5-15566A99C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B69A76-A302-DBAB-922E-000DF3EF9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375618"/>
            <a:ext cx="7772400" cy="511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0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77E0-DE20-C579-E492-2F416EF5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6072D65-AC50-D216-FD3E-3E716BCF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C9D1E8-1FDF-8280-E590-1D947A1CD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Refine Prompts in Playground, by selecting from Prompt Hub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8DA19A5-03B3-6937-B717-2C4663F68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95FF4-E0F2-E999-F775-959CAE5B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75" y="1474523"/>
            <a:ext cx="7630647" cy="490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6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809E-4C1E-99B7-6A72-8F98A027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2181DE7-5454-8DEC-9F63-02B3194A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59A6F8-13E3-D704-48A1-D71B8C93D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Metrics monitoring – Eg, Hallucination, bias, cost, toxicity etc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C81F4CB-B9E8-6875-FC78-BFB604567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A521C-9C5A-A03F-F9D1-4DAD44CB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46" y="1729740"/>
            <a:ext cx="8585794" cy="431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5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57B4-5234-E06B-D5DB-06B3D72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A64E085-B52E-AC75-234A-F84D90A3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BDA381-A2D4-C172-25E0-15D15433E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Hallucination Monitor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5FAB87F-F9F1-D8E2-39F7-A09E115C2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91F5C-11EF-72C6-2023-E321C3D2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729740"/>
            <a:ext cx="8153400" cy="385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4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276B-5F74-8061-CFAB-834F34CE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CB6AAED-DFBB-2CD1-6ED2-096B083C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83F998-B93A-0732-6267-9FB5B9E8B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Single dashboard covering all agents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7B669-EA1C-9721-FC7C-2267D92B6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44E11A-B839-BF7F-F579-13E32AF0D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318336"/>
            <a:ext cx="7772400" cy="516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8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12A6-4F22-823E-A7B6-19FF9D0B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F9204C5-A3DB-8E4C-6F82-31AF98A5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C1DEBA-B5FA-02E6-ECE0-8CFAC7BBE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Traces of interest can be saved into separate datasets &amp; Labelling queues for SME to look into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6B19A47-A89F-2F1B-16C0-11D167B15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F338F-6E52-D26D-90E8-0762B7020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437640"/>
            <a:ext cx="7620000" cy="47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1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D05D6-1785-9BE1-D190-D6D77401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DCFDF36-5AC2-A89D-F305-05E95ABC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Arize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ACB2BE-9CD3-BB95-8322-9D9FF1FB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Development vs Production with </a:t>
            </a:r>
            <a:r>
              <a:rPr lang="en-IN" sz="1200" dirty="0" err="1"/>
              <a:t>Arize</a:t>
            </a: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D46E272-0A06-4EC6-E819-AC92D85DA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C3CDBB-0D86-CC9C-9C0F-EA51387B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685527"/>
            <a:ext cx="8412481" cy="386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76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3421-85A8-309F-CEAC-7676027B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5323-5BFD-3CBC-9927-3ECF83D5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533400"/>
          </a:xfrm>
        </p:spPr>
        <p:txBody>
          <a:bodyPr/>
          <a:lstStyle/>
          <a:p>
            <a:r>
              <a:rPr lang="en-US" dirty="0"/>
              <a:t>Next Step – Handson – Tool Use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3B409-FB14-979E-1F48-BBE4FFC91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A9049-0C35-4B4F-F4C7-02EAFD47FA21}"/>
              </a:ext>
            </a:extLst>
          </p:cNvPr>
          <p:cNvSpPr txBox="1"/>
          <p:nvPr/>
        </p:nvSpPr>
        <p:spPr>
          <a:xfrm>
            <a:off x="487680" y="2788920"/>
            <a:ext cx="8168640" cy="30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00" b="1" dirty="0">
                <a:solidFill>
                  <a:srgbClr val="FF0000"/>
                </a:solidFill>
              </a:rPr>
              <a:t>Note – Reference hands-on Python code will be made available via a personal Google Drive. Please avoid bringing that to Wells Fargo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250C2-33CA-64E0-FB77-C3FF3EE5E7B9}"/>
              </a:ext>
            </a:extLst>
          </p:cNvPr>
          <p:cNvSpPr txBox="1"/>
          <p:nvPr/>
        </p:nvSpPr>
        <p:spPr>
          <a:xfrm>
            <a:off x="487680" y="1271128"/>
            <a:ext cx="7924800" cy="6186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71450" lvl="1">
              <a:lnSpc>
                <a:spcPct val="95000"/>
              </a:lnSpc>
            </a:pPr>
            <a:r>
              <a:rPr lang="en-US" sz="1800" dirty="0"/>
              <a:t>Banking Insights Agent </a:t>
            </a:r>
            <a:r>
              <a:rPr lang="en-US" sz="1800" i="1" dirty="0"/>
              <a:t>- given a user request (Example - “What’s my available balance? “) – </a:t>
            </a:r>
            <a:r>
              <a:rPr lang="en-US" sz="1800" i="1" dirty="0" err="1"/>
              <a:t>llm_tool_banking_agent.ipynb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26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Premier 2023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remier_PowerPoint_4x3_0424_a11y.pptx" id="{79104E03-1858-104C-BDF1-8FEAD1E83779}" vid="{AD38B091-8E93-FC46-97CA-1669D3C060B3}"/>
    </a:ext>
  </a:extLst>
</a:theme>
</file>

<file path=ppt/theme/theme2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Agentic AI </Template>
  <TotalTime>0</TotalTime>
  <Words>271</Words>
  <Application>Microsoft Office PowerPoint</Application>
  <PresentationFormat>On-screen Show (4:3)</PresentationFormat>
  <Paragraphs>267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Wells Fargo Sans</vt:lpstr>
      <vt:lpstr>Wells Fargo Sans Display</vt:lpstr>
      <vt:lpstr>Wingdings</vt:lpstr>
      <vt:lpstr>Wells Fargo Premier 2023</vt:lpstr>
      <vt:lpstr>Agentic AI – Module 5 - Review</vt:lpstr>
      <vt:lpstr>Arize</vt:lpstr>
      <vt:lpstr>Arize</vt:lpstr>
      <vt:lpstr>Arize</vt:lpstr>
      <vt:lpstr>Arize</vt:lpstr>
      <vt:lpstr>Arize</vt:lpstr>
      <vt:lpstr>Arize</vt:lpstr>
      <vt:lpstr>Arize</vt:lpstr>
      <vt:lpstr>Arize</vt:lpstr>
      <vt:lpstr>Arize</vt:lpstr>
      <vt:lpstr>Arize</vt:lpstr>
      <vt:lpstr>Arize</vt:lpstr>
      <vt:lpstr>Arize</vt:lpstr>
      <vt:lpstr>Arize</vt:lpstr>
      <vt:lpstr>Next Step – Handson – Tool Use Pattern</vt:lpstr>
    </vt:vector>
  </TitlesOfParts>
  <Manager/>
  <Company>Wells Fargo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Frederick, Michael</dc:creator>
  <cp:keywords/>
  <dc:description/>
  <cp:lastModifiedBy>Frederick, Michael</cp:lastModifiedBy>
  <cp:revision>1</cp:revision>
  <cp:lastPrinted>2018-10-13T23:11:53Z</cp:lastPrinted>
  <dcterms:created xsi:type="dcterms:W3CDTF">2025-10-23T11:15:15Z</dcterms:created>
  <dcterms:modified xsi:type="dcterms:W3CDTF">2026-02-15T13:09:53Z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9c9bcd-f315-4c3b-87a0-7682e230e7e4_Enabled">
    <vt:lpwstr>true</vt:lpwstr>
  </property>
  <property fmtid="{D5CDD505-2E9C-101B-9397-08002B2CF9AE}" pid="3" name="MSIP_Label_1f9c9bcd-f315-4c3b-87a0-7682e230e7e4_SetDate">
    <vt:lpwstr>2025-10-23T12:12:27Z</vt:lpwstr>
  </property>
  <property fmtid="{D5CDD505-2E9C-101B-9397-08002B2CF9AE}" pid="4" name="MSIP_Label_1f9c9bcd-f315-4c3b-87a0-7682e230e7e4_Method">
    <vt:lpwstr>Privileged</vt:lpwstr>
  </property>
  <property fmtid="{D5CDD505-2E9C-101B-9397-08002B2CF9AE}" pid="5" name="MSIP_Label_1f9c9bcd-f315-4c3b-87a0-7682e230e7e4_Name">
    <vt:lpwstr>Internal Use</vt:lpwstr>
  </property>
  <property fmtid="{D5CDD505-2E9C-101B-9397-08002B2CF9AE}" pid="6" name="MSIP_Label_1f9c9bcd-f315-4c3b-87a0-7682e230e7e4_SiteId">
    <vt:lpwstr>e122af3c-4c68-4e49-9c52-4ae1e25e91ae</vt:lpwstr>
  </property>
  <property fmtid="{D5CDD505-2E9C-101B-9397-08002B2CF9AE}" pid="7" name="MSIP_Label_1f9c9bcd-f315-4c3b-87a0-7682e230e7e4_ActionId">
    <vt:lpwstr>c1e09d94-3e5b-402b-8586-b3eba0858999</vt:lpwstr>
  </property>
  <property fmtid="{D5CDD505-2E9C-101B-9397-08002B2CF9AE}" pid="8" name="MSIP_Label_1f9c9bcd-f315-4c3b-87a0-7682e230e7e4_ContentBits">
    <vt:lpwstr>0</vt:lpwstr>
  </property>
  <property fmtid="{D5CDD505-2E9C-101B-9397-08002B2CF9AE}" pid="9" name="MSIP_Label_1f9c9bcd-f315-4c3b-87a0-7682e230e7e4_Tag">
    <vt:lpwstr>10, 0, 1, 1</vt:lpwstr>
  </property>
</Properties>
</file>