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74" r:id="rId2"/>
    <p:sldId id="275" r:id="rId3"/>
    <p:sldId id="382" r:id="rId4"/>
    <p:sldId id="378" r:id="rId5"/>
    <p:sldId id="383" r:id="rId6"/>
    <p:sldId id="381" r:id="rId7"/>
    <p:sldId id="38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26EF8-1C80-4399-9F97-C24CCFD40D9A}" v="11" dt="2026-01-08T14:25:29.720"/>
  </p1510:revLst>
</p1510:revInfo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62" d="100"/>
          <a:sy n="62" d="100"/>
        </p:scale>
        <p:origin x="13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6-01-09T06:42:54.718" v="14220" actId="20577"/>
      <pc:docMkLst>
        <pc:docMk/>
      </pc:docMkLst>
      <pc:sldChg chg="addSp delSp modSp mod">
        <pc:chgData name="Frederick, Michael" userId="a19ffb3c-b041-4650-bd4c-44ca687be875" providerId="ADAL" clId="{27EDE327-7F90-4ECA-BA00-0ED99CE8D11A}" dt="2026-01-09T05:26:23.733" v="14219" actId="2165"/>
        <pc:sldMkLst>
          <pc:docMk/>
          <pc:sldMk cId="2597888185" sldId="275"/>
        </pc:sldMkLst>
        <pc:spChg chg="mod">
          <ac:chgData name="Frederick, Michael" userId="a19ffb3c-b041-4650-bd4c-44ca687be875" providerId="ADAL" clId="{27EDE327-7F90-4ECA-BA00-0ED99CE8D11A}" dt="2026-01-08T09:50:01.523" v="10628" actId="20577"/>
          <ac:spMkLst>
            <pc:docMk/>
            <pc:sldMk cId="2597888185" sldId="275"/>
            <ac:spMk id="2" creationId="{A1F56D03-8E19-2744-8968-E668A5B4C856}"/>
          </ac:spMkLst>
        </pc:spChg>
        <pc:spChg chg="mod">
          <ac:chgData name="Frederick, Michael" userId="a19ffb3c-b041-4650-bd4c-44ca687be875" providerId="ADAL" clId="{27EDE327-7F90-4ECA-BA00-0ED99CE8D11A}" dt="2026-01-08T07:51:24.895" v="8316" actId="20577"/>
          <ac:spMkLst>
            <pc:docMk/>
            <pc:sldMk cId="2597888185" sldId="275"/>
            <ac:spMk id="4" creationId="{BEDBD843-C0A8-714C-80B0-3672C91257BB}"/>
          </ac:spMkLst>
        </pc:spChg>
        <pc:graphicFrameChg chg="add mod modGraphic">
          <ac:chgData name="Frederick, Michael" userId="a19ffb3c-b041-4650-bd4c-44ca687be875" providerId="ADAL" clId="{27EDE327-7F90-4ECA-BA00-0ED99CE8D11A}" dt="2026-01-08T09:32:22.543" v="10117" actId="14100"/>
          <ac:graphicFrameMkLst>
            <pc:docMk/>
            <pc:sldMk cId="2597888185" sldId="275"/>
            <ac:graphicFrameMk id="3" creationId="{56E08A9F-DDA5-6153-5B6B-7CF8C1077959}"/>
          </ac:graphicFrameMkLst>
        </pc:graphicFrameChg>
        <pc:graphicFrameChg chg="add mod modGraphic">
          <ac:chgData name="Frederick, Michael" userId="a19ffb3c-b041-4650-bd4c-44ca687be875" providerId="ADAL" clId="{27EDE327-7F90-4ECA-BA00-0ED99CE8D11A}" dt="2026-01-09T05:26:23.733" v="14219" actId="2165"/>
          <ac:graphicFrameMkLst>
            <pc:docMk/>
            <pc:sldMk cId="2597888185" sldId="275"/>
            <ac:graphicFrameMk id="6" creationId="{FA568E2C-D7CA-EA7B-CCBD-D1E8CAD801DE}"/>
          </ac:graphicFrameMkLst>
        </pc:graphicFrameChg>
        <pc:picChg chg="del">
          <ac:chgData name="Frederick, Michael" userId="a19ffb3c-b041-4650-bd4c-44ca687be875" providerId="ADAL" clId="{27EDE327-7F90-4ECA-BA00-0ED99CE8D11A}" dt="2026-01-08T08:28:01.856" v="8317" actId="478"/>
          <ac:picMkLst>
            <pc:docMk/>
            <pc:sldMk cId="2597888185" sldId="275"/>
            <ac:picMk id="5" creationId="{93505634-C279-BBAE-4204-1E65AA8514BC}"/>
          </ac:picMkLst>
        </pc:picChg>
      </pc:sldChg>
      <pc:sldChg chg="modSp mod">
        <pc:chgData name="Frederick, Michael" userId="a19ffb3c-b041-4650-bd4c-44ca687be875" providerId="ADAL" clId="{27EDE327-7F90-4ECA-BA00-0ED99CE8D11A}" dt="2026-01-08T14:14:48.104" v="14204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6-01-08T14:14:48.104" v="14204" actId="20577"/>
          <ac:spMkLst>
            <pc:docMk/>
            <pc:sldMk cId="3320420665" sldId="374"/>
            <ac:spMk id="2" creationId="{972DA22B-0666-1647-8A12-A6F6D00A5D21}"/>
          </ac:spMkLst>
        </pc:spChg>
        <pc:spChg chg="mod">
          <ac:chgData name="Frederick, Michael" userId="a19ffb3c-b041-4650-bd4c-44ca687be875" providerId="ADAL" clId="{27EDE327-7F90-4ECA-BA00-0ED99CE8D11A}" dt="2026-01-08T07:49:20.107" v="8292" actId="20577"/>
          <ac:spMkLst>
            <pc:docMk/>
            <pc:sldMk cId="3320420665" sldId="374"/>
            <ac:spMk id="5" creationId="{4A1E0883-8C2E-CADE-2870-9987AEF48330}"/>
          </ac:spMkLst>
        </pc:spChg>
        <pc:spChg chg="mod">
          <ac:chgData name="Frederick, Michael" userId="a19ffb3c-b041-4650-bd4c-44ca687be875" providerId="ADAL" clId="{27EDE327-7F90-4ECA-BA00-0ED99CE8D11A}" dt="2026-01-08T07:49:22.910" v="8293" actId="20577"/>
          <ac:spMkLst>
            <pc:docMk/>
            <pc:sldMk cId="3320420665" sldId="374"/>
            <ac:spMk id="7" creationId="{E78B65EB-C98D-4048-A9B2-C88B4A957C09}"/>
          </ac:spMkLst>
        </pc:spChg>
      </pc:sldChg>
      <pc:sldChg chg="delSp modSp mod">
        <pc:chgData name="Frederick, Michael" userId="a19ffb3c-b041-4650-bd4c-44ca687be875" providerId="ADAL" clId="{27EDE327-7F90-4ECA-BA00-0ED99CE8D11A}" dt="2026-01-08T14:04:20.529" v="14120" actId="114"/>
        <pc:sldMkLst>
          <pc:docMk/>
          <pc:sldMk cId="3266054699" sldId="378"/>
        </pc:sldMkLst>
        <pc:spChg chg="mod">
          <ac:chgData name="Frederick, Michael" userId="a19ffb3c-b041-4650-bd4c-44ca687be875" providerId="ADAL" clId="{27EDE327-7F90-4ECA-BA00-0ED99CE8D11A}" dt="2026-01-08T14:04:20.529" v="14120" actId="114"/>
          <ac:spMkLst>
            <pc:docMk/>
            <pc:sldMk cId="3266054699" sldId="378"/>
            <ac:spMk id="2" creationId="{A624093B-8A0A-3405-EA93-164D7D9E05BE}"/>
          </ac:spMkLst>
        </pc:spChg>
        <pc:spChg chg="mod">
          <ac:chgData name="Frederick, Michael" userId="a19ffb3c-b041-4650-bd4c-44ca687be875" providerId="ADAL" clId="{27EDE327-7F90-4ECA-BA00-0ED99CE8D11A}" dt="2026-01-08T10:43:17.717" v="11234" actId="20577"/>
          <ac:spMkLst>
            <pc:docMk/>
            <pc:sldMk cId="3266054699" sldId="378"/>
            <ac:spMk id="4" creationId="{35C9F61D-0815-3646-6C6F-0694259CA8E4}"/>
          </ac:spMkLst>
        </pc:spChg>
        <pc:picChg chg="del">
          <ac:chgData name="Frederick, Michael" userId="a19ffb3c-b041-4650-bd4c-44ca687be875" providerId="ADAL" clId="{27EDE327-7F90-4ECA-BA00-0ED99CE8D11A}" dt="2026-01-08T13:29:51.368" v="12182" actId="478"/>
          <ac:picMkLst>
            <pc:docMk/>
            <pc:sldMk cId="3266054699" sldId="378"/>
            <ac:picMk id="5" creationId="{4F86E618-2BC7-9B27-0A24-D69CA7F1787B}"/>
          </ac:picMkLst>
        </pc:picChg>
      </pc:sldChg>
      <pc:sldChg chg="del">
        <pc:chgData name="Frederick, Michael" userId="a19ffb3c-b041-4650-bd4c-44ca687be875" providerId="ADAL" clId="{27EDE327-7F90-4ECA-BA00-0ED99CE8D11A}" dt="2026-01-08T14:01:11.113" v="13645" actId="47"/>
        <pc:sldMkLst>
          <pc:docMk/>
          <pc:sldMk cId="2963690617" sldId="379"/>
        </pc:sldMkLst>
      </pc:sldChg>
      <pc:sldChg chg="addSp delSp modSp add mod ord">
        <pc:chgData name="Frederick, Michael" userId="a19ffb3c-b041-4650-bd4c-44ca687be875" providerId="ADAL" clId="{27EDE327-7F90-4ECA-BA00-0ED99CE8D11A}" dt="2026-01-08T14:26:31.620" v="14215" actId="14100"/>
        <pc:sldMkLst>
          <pc:docMk/>
          <pc:sldMk cId="2092664009" sldId="380"/>
        </pc:sldMkLst>
        <pc:spChg chg="mod">
          <ac:chgData name="Frederick, Michael" userId="a19ffb3c-b041-4650-bd4c-44ca687be875" providerId="ADAL" clId="{27EDE327-7F90-4ECA-BA00-0ED99CE8D11A}" dt="2026-01-08T14:25:28.067" v="14206" actId="14100"/>
          <ac:spMkLst>
            <pc:docMk/>
            <pc:sldMk cId="2092664009" sldId="380"/>
            <ac:spMk id="2" creationId="{74A55323-5BFD-3CBC-9927-3ECF83D5374A}"/>
          </ac:spMkLst>
        </pc:spChg>
        <pc:spChg chg="mod">
          <ac:chgData name="Frederick, Michael" userId="a19ffb3c-b041-4650-bd4c-44ca687be875" providerId="ADAL" clId="{27EDE327-7F90-4ECA-BA00-0ED99CE8D11A}" dt="2026-01-08T14:25:44.899" v="14210" actId="1076"/>
          <ac:spMkLst>
            <pc:docMk/>
            <pc:sldMk cId="2092664009" sldId="380"/>
            <ac:spMk id="10" creationId="{BF0A9049-0C35-4B4F-F4C7-02EAFD47FA21}"/>
          </ac:spMkLst>
        </pc:spChg>
        <pc:graphicFrameChg chg="add del mod modGraphic">
          <ac:chgData name="Frederick, Michael" userId="a19ffb3c-b041-4650-bd4c-44ca687be875" providerId="ADAL" clId="{27EDE327-7F90-4ECA-BA00-0ED99CE8D11A}" dt="2026-01-08T14:25:15.066" v="14205" actId="478"/>
          <ac:graphicFrameMkLst>
            <pc:docMk/>
            <pc:sldMk cId="2092664009" sldId="380"/>
            <ac:graphicFrameMk id="3" creationId="{FDAB3A4E-9E0A-8B63-396D-BC71A4B4129D}"/>
          </ac:graphicFrameMkLst>
        </pc:graphicFrameChg>
        <pc:graphicFrameChg chg="add mod modGraphic">
          <ac:chgData name="Frederick, Michael" userId="a19ffb3c-b041-4650-bd4c-44ca687be875" providerId="ADAL" clId="{27EDE327-7F90-4ECA-BA00-0ED99CE8D11A}" dt="2026-01-08T14:26:31.620" v="14215" actId="14100"/>
          <ac:graphicFrameMkLst>
            <pc:docMk/>
            <pc:sldMk cId="2092664009" sldId="380"/>
            <ac:graphicFrameMk id="5" creationId="{DD7D2493-0006-600E-0FB3-014C76F396DB}"/>
          </ac:graphicFrameMkLst>
        </pc:graphicFrameChg>
      </pc:sldChg>
      <pc:sldChg chg="modSp mod">
        <pc:chgData name="Frederick, Michael" userId="a19ffb3c-b041-4650-bd4c-44ca687be875" providerId="ADAL" clId="{27EDE327-7F90-4ECA-BA00-0ED99CE8D11A}" dt="2026-01-08T14:08:13.655" v="14198" actId="6549"/>
        <pc:sldMkLst>
          <pc:docMk/>
          <pc:sldMk cId="4285705376" sldId="381"/>
        </pc:sldMkLst>
        <pc:spChg chg="mod">
          <ac:chgData name="Frederick, Michael" userId="a19ffb3c-b041-4650-bd4c-44ca687be875" providerId="ADAL" clId="{27EDE327-7F90-4ECA-BA00-0ED99CE8D11A}" dt="2026-01-08T14:08:13.655" v="14198" actId="6549"/>
          <ac:spMkLst>
            <pc:docMk/>
            <pc:sldMk cId="4285705376" sldId="381"/>
            <ac:spMk id="2" creationId="{0FAE6A7A-0BE9-E479-F773-B1D59B1EF05A}"/>
          </ac:spMkLst>
        </pc:spChg>
      </pc:sldChg>
      <pc:sldChg chg="delSp modSp add mod">
        <pc:chgData name="Frederick, Michael" userId="a19ffb3c-b041-4650-bd4c-44ca687be875" providerId="ADAL" clId="{27EDE327-7F90-4ECA-BA00-0ED99CE8D11A}" dt="2026-01-08T10:04:26.278" v="11173" actId="20577"/>
        <pc:sldMkLst>
          <pc:docMk/>
          <pc:sldMk cId="4072143140" sldId="382"/>
        </pc:sldMkLst>
        <pc:spChg chg="mod">
          <ac:chgData name="Frederick, Michael" userId="a19ffb3c-b041-4650-bd4c-44ca687be875" providerId="ADAL" clId="{27EDE327-7F90-4ECA-BA00-0ED99CE8D11A}" dt="2026-01-08T10:04:26.278" v="11173" actId="20577"/>
          <ac:spMkLst>
            <pc:docMk/>
            <pc:sldMk cId="4072143140" sldId="382"/>
            <ac:spMk id="2" creationId="{37DA104D-55E8-8A36-A5BC-18BD3B240E27}"/>
          </ac:spMkLst>
        </pc:spChg>
        <pc:graphicFrameChg chg="del">
          <ac:chgData name="Frederick, Michael" userId="a19ffb3c-b041-4650-bd4c-44ca687be875" providerId="ADAL" clId="{27EDE327-7F90-4ECA-BA00-0ED99CE8D11A}" dt="2026-01-08T09:49:14.306" v="10520" actId="478"/>
          <ac:graphicFrameMkLst>
            <pc:docMk/>
            <pc:sldMk cId="4072143140" sldId="382"/>
            <ac:graphicFrameMk id="3" creationId="{1627EFDA-D2B2-364E-E0F1-4A898067390F}"/>
          </ac:graphicFrameMkLst>
        </pc:graphicFrameChg>
        <pc:graphicFrameChg chg="del">
          <ac:chgData name="Frederick, Michael" userId="a19ffb3c-b041-4650-bd4c-44ca687be875" providerId="ADAL" clId="{27EDE327-7F90-4ECA-BA00-0ED99CE8D11A}" dt="2026-01-08T09:49:18.751" v="10521" actId="478"/>
          <ac:graphicFrameMkLst>
            <pc:docMk/>
            <pc:sldMk cId="4072143140" sldId="382"/>
            <ac:graphicFrameMk id="6" creationId="{93B09BED-8F26-7F69-19FB-EF8CFB461E47}"/>
          </ac:graphicFrameMkLst>
        </pc:graphicFrameChg>
      </pc:sldChg>
      <pc:sldChg chg="modSp add mod">
        <pc:chgData name="Frederick, Michael" userId="a19ffb3c-b041-4650-bd4c-44ca687be875" providerId="ADAL" clId="{27EDE327-7F90-4ECA-BA00-0ED99CE8D11A}" dt="2026-01-09T06:42:54.718" v="14220" actId="20577"/>
        <pc:sldMkLst>
          <pc:docMk/>
          <pc:sldMk cId="8429357" sldId="383"/>
        </pc:sldMkLst>
        <pc:spChg chg="mod">
          <ac:chgData name="Frederick, Michael" userId="a19ffb3c-b041-4650-bd4c-44ca687be875" providerId="ADAL" clId="{27EDE327-7F90-4ECA-BA00-0ED99CE8D11A}" dt="2026-01-09T06:42:54.718" v="14220" actId="20577"/>
          <ac:spMkLst>
            <pc:docMk/>
            <pc:sldMk cId="8429357" sldId="383"/>
            <ac:spMk id="2" creationId="{0A0EC896-9943-F819-9283-66A81500738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dBsvhjEREc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Module 2 - Review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January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2026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DBD843-C0A8-714C-80B0-3672C912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&amp; State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56D03-8E19-2744-8968-E668A5B4C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Memory vs State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r>
              <a:rPr lang="en-US" sz="1200" dirty="0"/>
              <a:t>	-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err="1"/>
              <a:t>Langchain</a:t>
            </a:r>
            <a:r>
              <a:rPr lang="en-US" sz="1200" dirty="0"/>
              <a:t> Memory Classes																																											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FD9EB98-256E-C04E-AA1A-80080D590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E08A9F-DDA5-6153-5B6B-7CF8C107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801317"/>
              </p:ext>
            </p:extLst>
          </p:nvPr>
        </p:nvGraphicFramePr>
        <p:xfrm>
          <a:off x="365758" y="1143000"/>
          <a:ext cx="8321041" cy="2286000"/>
        </p:xfrm>
        <a:graphic>
          <a:graphicData uri="http://schemas.openxmlformats.org/drawingml/2006/table">
            <a:tbl>
              <a:tblPr firstRow="1" bandRow="1">
                <a:tableStyleId>{B9079ADF-8E72-460E-941B-A120568EDBA9}</a:tableStyleId>
              </a:tblPr>
              <a:tblGrid>
                <a:gridCol w="1310642">
                  <a:extLst>
                    <a:ext uri="{9D8B030D-6E8A-4147-A177-3AD203B41FA5}">
                      <a16:colId xmlns:a16="http://schemas.microsoft.com/office/drawing/2014/main" val="328215766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4168549790"/>
                    </a:ext>
                  </a:extLst>
                </a:gridCol>
                <a:gridCol w="3428999">
                  <a:extLst>
                    <a:ext uri="{9D8B030D-6E8A-4147-A177-3AD203B41FA5}">
                      <a16:colId xmlns:a16="http://schemas.microsoft.com/office/drawing/2014/main" val="726802190"/>
                    </a:ext>
                  </a:extLst>
                </a:gridCol>
              </a:tblGrid>
              <a:tr h="241402">
                <a:tc>
                  <a:txBody>
                    <a:bodyPr/>
                    <a:lstStyle/>
                    <a:p>
                      <a:r>
                        <a:rPr lang="en-US" sz="120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1515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dirty="0"/>
                        <a:t>Primary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Long term retrievable context across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Short term immediate working context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0002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dirty="0"/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User preferences, past actions , summarized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goals, loop counters, pending actions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760566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r>
                        <a:rPr lang="en-US" sz="1200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Vector DB, DB,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In-process memory; runtime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761274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r>
                        <a:rPr lang="en-US" sz="1200" dirty="0"/>
                        <a:t>Access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By Similarity or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Direct read/write during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43271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r>
                        <a:rPr lang="en-US" sz="1200" dirty="0"/>
                        <a:t>Why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Cross-session coherence &amp;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Correctness &amp; coordination of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177441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r>
                        <a:rPr lang="en-US" sz="1200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via Memory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Python </a:t>
                      </a:r>
                      <a:r>
                        <a:rPr lang="en-US" sz="1200" dirty="0" err="1"/>
                        <a:t>Dict</a:t>
                      </a:r>
                      <a:r>
                        <a:rPr lang="en-US" sz="1200" dirty="0"/>
                        <a:t> &amp; </a:t>
                      </a:r>
                      <a:r>
                        <a:rPr lang="en-US" sz="1200" dirty="0" err="1"/>
                        <a:t>TypedDict</a:t>
                      </a:r>
                      <a:r>
                        <a:rPr lang="en-US" sz="1200" dirty="0"/>
                        <a:t>, Chain input &amp;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6543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68E2C-D7CA-EA7B-CCBD-D1E8CAD8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527443"/>
              </p:ext>
            </p:extLst>
          </p:nvPr>
        </p:nvGraphicFramePr>
        <p:xfrm>
          <a:off x="348634" y="4114800"/>
          <a:ext cx="8305629" cy="1554480"/>
        </p:xfrm>
        <a:graphic>
          <a:graphicData uri="http://schemas.openxmlformats.org/drawingml/2006/table">
            <a:tbl>
              <a:tblPr firstRow="1" bandRow="1">
                <a:tableStyleId>{B9079ADF-8E72-460E-941B-A120568EDBA9}</a:tableStyleId>
              </a:tblPr>
              <a:tblGrid>
                <a:gridCol w="2666831">
                  <a:extLst>
                    <a:ext uri="{9D8B030D-6E8A-4147-A177-3AD203B41FA5}">
                      <a16:colId xmlns:a16="http://schemas.microsoft.com/office/drawing/2014/main" val="14071194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884035144"/>
                    </a:ext>
                  </a:extLst>
                </a:gridCol>
                <a:gridCol w="2743198">
                  <a:extLst>
                    <a:ext uri="{9D8B030D-6E8A-4147-A177-3AD203B41FA5}">
                      <a16:colId xmlns:a16="http://schemas.microsoft.com/office/drawing/2014/main" val="990383350"/>
                    </a:ext>
                  </a:extLst>
                </a:gridCol>
              </a:tblGrid>
              <a:tr h="240365">
                <a:tc>
                  <a:txBody>
                    <a:bodyPr/>
                    <a:lstStyle/>
                    <a:p>
                      <a:r>
                        <a:rPr lang="en-US" sz="12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Primary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When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137675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ConversationBufferMemory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Keep full conversation transcript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Simple multi-turn chat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757358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ConversationBufferWIndowMemory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Sliding window of last k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Keep recent context without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36521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ConversationTokenBufferMemory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Keep messages up to token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Fit within model context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554159"/>
                  </a:ext>
                </a:extLst>
              </a:tr>
              <a:tr h="4006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ConversationSummaryMemory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Summarize older history into compact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Long histories where tokens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1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88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2BD2-A339-4528-5D61-1565F4C7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052B74-9A3C-CB6A-11A4-E0033E04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&amp; State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A104D-55E8-8A36-A5BC-18BD3B24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err="1"/>
              <a:t>RunnableWithMessageHistory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Interface for a runnable to read, replay or append during a single session(default) with corresponding </a:t>
            </a:r>
            <a:r>
              <a:rPr lang="en-US" sz="1200" dirty="0" err="1"/>
              <a:t>SessionID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 err="1"/>
              <a:t>Usecases</a:t>
            </a:r>
            <a:r>
              <a:rPr lang="en-US" sz="1200" dirty="0"/>
              <a:t> – short-lived conversations context( </a:t>
            </a:r>
            <a:r>
              <a:rPr lang="en-US" sz="1200" dirty="0" err="1"/>
              <a:t>eg</a:t>
            </a:r>
            <a:r>
              <a:rPr lang="en-US" sz="1200" dirty="0"/>
              <a:t>, chatbot), debugging, orchestration &amp; low-latency replay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Analogy 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en-US" sz="1200" dirty="0"/>
              <a:t>Diligent administrative assistant for a doctor( AI model ) .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en-US" sz="1200" dirty="0"/>
              <a:t>The assistant maintains file cabinet store of the patient history personally 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en-US" sz="1200" dirty="0"/>
              <a:t>When a patient walks in with a Patient ID ( Session ID ), the assistant pulls specific store( </a:t>
            </a:r>
            <a:r>
              <a:rPr lang="en-US" sz="1200" dirty="0" err="1"/>
              <a:t>ChatMessageHistory</a:t>
            </a:r>
            <a:r>
              <a:rPr lang="en-US" sz="1200" dirty="0"/>
              <a:t>)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en-US" sz="1200" dirty="0"/>
              <a:t>Provides context to doctor &amp; patient specific notes go back to the store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en-US" sz="1200" dirty="0"/>
              <a:t>Allows doctor to treat different patients without getting history missed up. 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862CCF2-4BCD-EB13-0B64-48E49261B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2FAD-3A76-DA8A-FC46-F3D04D9A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5C9F61D-0815-3646-6C6F-0694259C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 RAG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4093B-8A0A-3405-EA93-164D7D9E0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Framework that combines retrieval based systems &amp; generation based models to produce contextually relevant responses. </a:t>
            </a:r>
          </a:p>
          <a:p>
            <a:r>
              <a:rPr lang="en-US" sz="1200" dirty="0"/>
              <a:t>LLM is trained on general data &amp; cannot answer private/real-time information unless data is injected. </a:t>
            </a:r>
          </a:p>
          <a:p>
            <a:r>
              <a:rPr lang="en-US" sz="1200" dirty="0"/>
              <a:t>Primary Components :</a:t>
            </a:r>
          </a:p>
          <a:p>
            <a:pPr lvl="1"/>
            <a:r>
              <a:rPr lang="en-US" sz="1200" dirty="0"/>
              <a:t>The Retriever</a:t>
            </a:r>
          </a:p>
          <a:p>
            <a:pPr lvl="1"/>
            <a:r>
              <a:rPr lang="en-US" sz="1200" dirty="0"/>
              <a:t>The Generator </a:t>
            </a:r>
          </a:p>
          <a:p>
            <a:r>
              <a:rPr lang="en-US" sz="1200" dirty="0"/>
              <a:t>‘Naïve’ RAG – Straight forward implementation</a:t>
            </a:r>
          </a:p>
          <a:p>
            <a:pPr lvl="2"/>
            <a:r>
              <a:rPr lang="en-US" sz="1200" dirty="0"/>
              <a:t>Indexing  - Documents are chunked &amp; passed through embedding model before storing in Vector DB(</a:t>
            </a:r>
            <a:r>
              <a:rPr lang="en-US" sz="1200" dirty="0" err="1"/>
              <a:t>eg</a:t>
            </a:r>
            <a:r>
              <a:rPr lang="en-US" sz="1200" dirty="0"/>
              <a:t> Chroma DB)</a:t>
            </a:r>
          </a:p>
          <a:p>
            <a:pPr lvl="2"/>
            <a:r>
              <a:rPr lang="en-US" sz="1200" dirty="0"/>
              <a:t>Retrieval -  User’s question is vectorized &amp; similarity search is performed in vector DB</a:t>
            </a:r>
          </a:p>
          <a:p>
            <a:pPr lvl="2"/>
            <a:r>
              <a:rPr lang="en-US" sz="1200" dirty="0"/>
              <a:t>Augmentation &amp; Generation – Retrieved chunks are combined into prompt &amp; provides context to LLM</a:t>
            </a:r>
          </a:p>
          <a:p>
            <a:r>
              <a:rPr lang="en-US" sz="1200" dirty="0"/>
              <a:t>‘Naïve’ RAG – Pitfalls</a:t>
            </a:r>
          </a:p>
          <a:p>
            <a:pPr lvl="2"/>
            <a:r>
              <a:rPr lang="en-US" sz="1200" dirty="0"/>
              <a:t>Limited Contextual Understanding  - Relies on basic similarity check &amp; may fail to retrieve complex documents</a:t>
            </a:r>
          </a:p>
          <a:p>
            <a:pPr lvl="2"/>
            <a:r>
              <a:rPr lang="en-US" sz="1200" dirty="0"/>
              <a:t>Inconsistent Quality – Retriever &amp; generator working independently ; Poor quality retrieval impacts LLM output</a:t>
            </a:r>
          </a:p>
          <a:p>
            <a:pPr lvl="2"/>
            <a:r>
              <a:rPr lang="en-US" sz="1200" dirty="0"/>
              <a:t>Scaling &amp; Robustness Issues – May struggle with large-scale &amp; complex queries leading to slow response </a:t>
            </a:r>
          </a:p>
          <a:p>
            <a:pPr lvl="2"/>
            <a:r>
              <a:rPr lang="en-US" sz="1200" dirty="0"/>
              <a:t>Hallucination &amp; Toxicity – Model might struggle with bias &amp; false information , if retrieved chunks are misaligned.</a:t>
            </a:r>
          </a:p>
          <a:p>
            <a:r>
              <a:rPr lang="en-US" sz="1200" dirty="0"/>
              <a:t>Advanced RAG – Enhance retrieval quality through pre &amp; post retrieval strategies</a:t>
            </a:r>
          </a:p>
          <a:p>
            <a:pPr lvl="1"/>
            <a:r>
              <a:rPr lang="en-US" sz="1200" i="1" dirty="0"/>
              <a:t>Query Expansion with Generated Answers- </a:t>
            </a:r>
            <a:r>
              <a:rPr lang="en-US" sz="1200" dirty="0"/>
              <a:t>LLM first generates a hypothetical answer for original query to get closer documents from vector DB</a:t>
            </a:r>
          </a:p>
          <a:p>
            <a:pPr marL="171450" lvl="1" indent="0">
              <a:buNone/>
            </a:pPr>
            <a:endParaRPr lang="en-US" sz="1200" dirty="0"/>
          </a:p>
          <a:p>
            <a:pPr lvl="1"/>
            <a:r>
              <a:rPr lang="en-US" sz="1200" i="1" dirty="0"/>
              <a:t>Query Expansion with Multiple Queries </a:t>
            </a:r>
            <a:r>
              <a:rPr lang="en-US" sz="1200" dirty="0"/>
              <a:t>– LLM generates 5 related sub queries to expand aspects of original query, ensuring a more diverse &amp; comprehensive information before final response is generated. </a:t>
            </a:r>
          </a:p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605211F-DF24-1A4B-D5A7-196600C8A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5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C0C8-ACF3-93C3-1EA2-567FB338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9C772A0-2536-76D3-F4D9-3E33BB92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 RAG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EC896-9943-F819-9283-66A815007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Analogy –</a:t>
            </a:r>
          </a:p>
          <a:p>
            <a:pPr lvl="1"/>
            <a:r>
              <a:rPr lang="en-US" sz="1200" dirty="0"/>
              <a:t>Naïve RAG - Librarian who looks for books with the exact title you mentioned</a:t>
            </a:r>
          </a:p>
          <a:p>
            <a:pPr lvl="1"/>
            <a:r>
              <a:rPr lang="en-US" sz="1200" dirty="0"/>
              <a:t>Advanced RAG – Research assistant who first imagines what the answer might look like &amp; ask five different follow-up questions to ensure they find every relevant book</a:t>
            </a:r>
          </a:p>
          <a:p>
            <a:endParaRPr lang="en-US" sz="1200" dirty="0"/>
          </a:p>
          <a:p>
            <a:r>
              <a:rPr lang="en-US" sz="1200" dirty="0"/>
              <a:t>Production Ready Conversational RAG chatbot - Architecture </a:t>
            </a:r>
          </a:p>
          <a:p>
            <a:pPr lvl="1"/>
            <a:r>
              <a:rPr lang="en-US" sz="1200" dirty="0"/>
              <a:t>Fast API Backend – Endpoints for chatting, uploading docs, listing &amp; deleting files</a:t>
            </a:r>
          </a:p>
          <a:p>
            <a:pPr lvl="1"/>
            <a:r>
              <a:rPr lang="en-US" sz="1200" dirty="0" err="1"/>
              <a:t>Pydantic</a:t>
            </a:r>
            <a:r>
              <a:rPr lang="en-US" sz="1200" dirty="0"/>
              <a:t> Models – Define strict schemas for request &amp; response, ensuring application robustness</a:t>
            </a:r>
          </a:p>
          <a:p>
            <a:pPr lvl="1"/>
            <a:r>
              <a:rPr lang="en-US" sz="1200" dirty="0"/>
              <a:t>Multi-User Support – Managed through unique Session ID’s for user specific context</a:t>
            </a:r>
          </a:p>
          <a:p>
            <a:pPr lvl="1"/>
            <a:r>
              <a:rPr lang="en-US" sz="1200" dirty="0" err="1"/>
              <a:t>Streamlit</a:t>
            </a:r>
            <a:r>
              <a:rPr lang="en-US" sz="1200" dirty="0"/>
              <a:t> Frontend – Communicates with API, allowing users to upload files &amp; chat through UI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2ABBEBB-F156-0637-EE09-F92E7F1DF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1529-40AF-91B9-7878-8F1D7ACD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5A9006F-7813-6CF1-23B1-75ACC80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HandsOn - Review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7EF3BAF-9CF4-CD42-38BA-0FF3C0D57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E6A7A-0BE9-E479-F773-B1D59B1EF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2057400"/>
          </a:xfrm>
        </p:spPr>
        <p:txBody>
          <a:bodyPr/>
          <a:lstStyle/>
          <a:p>
            <a:r>
              <a:rPr lang="en-US" sz="1200" dirty="0" err="1"/>
              <a:t>embeddings.ipynb</a:t>
            </a:r>
            <a:endParaRPr lang="en-US" sz="1200" dirty="0"/>
          </a:p>
          <a:p>
            <a:r>
              <a:rPr lang="en-US" sz="1200" dirty="0" err="1"/>
              <a:t>vector_stores.ipynb</a:t>
            </a:r>
            <a:endParaRPr lang="en-US" sz="1200" dirty="0"/>
          </a:p>
          <a:p>
            <a:r>
              <a:rPr lang="en-US" sz="1200" dirty="0" err="1"/>
              <a:t>rag.ipynb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8570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533400"/>
          </a:xfrm>
        </p:spPr>
        <p:txBody>
          <a:bodyPr/>
          <a:lstStyle/>
          <a:p>
            <a:r>
              <a:rPr lang="en-US" dirty="0"/>
              <a:t>Next Step - Module 3 Self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595630" y="2685094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7D2493-0006-600E-0FB3-014C76F39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29787"/>
              </p:ext>
            </p:extLst>
          </p:nvPr>
        </p:nvGraphicFramePr>
        <p:xfrm>
          <a:off x="198290" y="1217060"/>
          <a:ext cx="8579949" cy="939800"/>
        </p:xfrm>
        <a:graphic>
          <a:graphicData uri="http://schemas.openxmlformats.org/drawingml/2006/table">
            <a:tbl>
              <a:tblPr>
                <a:tableStyleId>{B9079ADF-8E72-460E-941B-A120568EDBA9}</a:tableStyleId>
              </a:tblPr>
              <a:tblGrid>
                <a:gridCol w="5046061">
                  <a:extLst>
                    <a:ext uri="{9D8B030D-6E8A-4147-A177-3AD203B41FA5}">
                      <a16:colId xmlns:a16="http://schemas.microsoft.com/office/drawing/2014/main" val="1057793070"/>
                    </a:ext>
                  </a:extLst>
                </a:gridCol>
                <a:gridCol w="3533888">
                  <a:extLst>
                    <a:ext uri="{9D8B030D-6E8A-4147-A177-3AD203B41FA5}">
                      <a16:colId xmlns:a16="http://schemas.microsoft.com/office/drawing/2014/main" val="42860860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LangGraph vs LangChain vs LangFlow vs LangSmith : Which One To Use &amp; Why?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Wells Fargo Sans" panose="020B0503020203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 dirty="0">
                          <a:effectLst/>
                          <a:hlinkClick r:id="rId2"/>
                        </a:rPr>
                        <a:t>https://www.youtube.com/watch?v=ldBsvhjEREc</a:t>
                      </a:r>
                      <a:endParaRPr lang="en-US" sz="12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74145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Agentic AI Tutorial for Beginners | Langgraph Tutorial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Wells Fargo Sans" panose="020B0503020203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https://www.youtube.com/watch?v=jGg_1h0qzaM</a:t>
                      </a:r>
                      <a:endParaRPr lang="en-US" sz="12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40606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LangGraph CheckPointer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Wells Fargo Sans" panose="020B0503020203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https://www.youtube.com/watch?v=QTaou6alCL0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528536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Additional hands-on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Wells Fargo Sans" panose="020B0503020203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 dirty="0">
                          <a:effectLst/>
                        </a:rPr>
                        <a:t>https://www.youtube.com/watch?v=E4l91XKQSgw</a:t>
                      </a:r>
                      <a:endParaRPr lang="en-US" sz="12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7641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806</Words>
  <Application>Microsoft Office PowerPoint</Application>
  <PresentationFormat>On-screen Show (4:3)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Wells Fargo Sans</vt:lpstr>
      <vt:lpstr>Wells Fargo Sans Display</vt:lpstr>
      <vt:lpstr>Wingdings</vt:lpstr>
      <vt:lpstr>Wells Fargo Premier 2023</vt:lpstr>
      <vt:lpstr>Agentic AI – Module 2 - Review</vt:lpstr>
      <vt:lpstr>Memory &amp; State</vt:lpstr>
      <vt:lpstr>Memory &amp; State</vt:lpstr>
      <vt:lpstr>Retrieval Augmented Generation ( RAG )</vt:lpstr>
      <vt:lpstr>Retrieval Augmented Generation ( RAG )</vt:lpstr>
      <vt:lpstr>HandsOn - Review</vt:lpstr>
      <vt:lpstr>Next Step - Module 3 Self Learning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2026-01-09T06:42:57Z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