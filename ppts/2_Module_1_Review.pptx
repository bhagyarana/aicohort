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74" r:id="rId2"/>
    <p:sldId id="275" r:id="rId3"/>
    <p:sldId id="378" r:id="rId4"/>
    <p:sldId id="379" r:id="rId5"/>
    <p:sldId id="381" r:id="rId6"/>
    <p:sldId id="38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9079ADF-8E72-460E-941B-A120568EDBA9}">
  <a:tblStyle styleId="{B9079ADF-8E72-460E-941B-A120568EDBA9}" styleName="WF Premier Table 0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bg2"/>
          </a:solidFill>
        </a:fill>
      </a:tcStyle>
    </a:band2H>
    <a:lastRow>
      <a:tcTxStyle b="on">
        <a:fontRef idx="minor"/>
        <a:schemeClr val="tx1"/>
      </a:tcTxStyle>
      <a:tcStyle>
        <a:tcBdr>
          <a:top>
            <a:ln w="19050">
              <a:solidFill>
                <a:schemeClr val="tx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8" autoAdjust="0"/>
  </p:normalViewPr>
  <p:slideViewPr>
    <p:cSldViewPr showGuides="1">
      <p:cViewPr varScale="1">
        <p:scale>
          <a:sx n="62" d="100"/>
          <a:sy n="62" d="100"/>
        </p:scale>
        <p:origin x="13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929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k, Michael" userId="a19ffb3c-b041-4650-bd4c-44ca687be875" providerId="ADAL" clId="{27EDE327-7F90-4ECA-BA00-0ED99CE8D11A}"/>
    <pc:docChg chg="undo custSel addSld delSld modSld sldOrd">
      <pc:chgData name="Frederick, Michael" userId="a19ffb3c-b041-4650-bd4c-44ca687be875" providerId="ADAL" clId="{27EDE327-7F90-4ECA-BA00-0ED99CE8D11A}" dt="2026-01-06T09:29:46.973" v="8278" actId="14100"/>
      <pc:docMkLst>
        <pc:docMk/>
      </pc:docMkLst>
      <pc:sldChg chg="addSp delSp modSp mod">
        <pc:chgData name="Frederick, Michael" userId="a19ffb3c-b041-4650-bd4c-44ca687be875" providerId="ADAL" clId="{27EDE327-7F90-4ECA-BA00-0ED99CE8D11A}" dt="2025-12-08T11:42:26.054" v="7916" actId="21"/>
        <pc:sldMkLst>
          <pc:docMk/>
          <pc:sldMk cId="2597888185" sldId="275"/>
        </pc:sldMkLst>
        <pc:spChg chg="mod">
          <ac:chgData name="Frederick, Michael" userId="a19ffb3c-b041-4650-bd4c-44ca687be875" providerId="ADAL" clId="{27EDE327-7F90-4ECA-BA00-0ED99CE8D11A}" dt="2025-12-08T11:42:26.054" v="7916" actId="21"/>
          <ac:spMkLst>
            <pc:docMk/>
            <pc:sldMk cId="2597888185" sldId="275"/>
            <ac:spMk id="2" creationId="{A1F56D03-8E19-2744-8968-E668A5B4C856}"/>
          </ac:spMkLst>
        </pc:spChg>
        <pc:spChg chg="mod">
          <ac:chgData name="Frederick, Michael" userId="a19ffb3c-b041-4650-bd4c-44ca687be875" providerId="ADAL" clId="{27EDE327-7F90-4ECA-BA00-0ED99CE8D11A}" dt="2025-12-08T04:10:28.054" v="4143" actId="20577"/>
          <ac:spMkLst>
            <pc:docMk/>
            <pc:sldMk cId="2597888185" sldId="275"/>
            <ac:spMk id="4" creationId="{BEDBD843-C0A8-714C-80B0-3672C91257BB}"/>
          </ac:spMkLst>
        </pc:spChg>
        <pc:picChg chg="add mod">
          <ac:chgData name="Frederick, Michael" userId="a19ffb3c-b041-4650-bd4c-44ca687be875" providerId="ADAL" clId="{27EDE327-7F90-4ECA-BA00-0ED99CE8D11A}" dt="2025-12-08T11:42:17.964" v="7915" actId="1076"/>
          <ac:picMkLst>
            <pc:docMk/>
            <pc:sldMk cId="2597888185" sldId="275"/>
            <ac:picMk id="5" creationId="{93505634-C279-BBAE-4204-1E65AA8514BC}"/>
          </ac:picMkLst>
        </pc:picChg>
      </pc:sldChg>
      <pc:sldChg chg="modSp mod">
        <pc:chgData name="Frederick, Michael" userId="a19ffb3c-b041-4650-bd4c-44ca687be875" providerId="ADAL" clId="{27EDE327-7F90-4ECA-BA00-0ED99CE8D11A}" dt="2025-12-08T11:27:35.001" v="7888" actId="20577"/>
        <pc:sldMkLst>
          <pc:docMk/>
          <pc:sldMk cId="3320420665" sldId="374"/>
        </pc:sldMkLst>
        <pc:spChg chg="mod">
          <ac:chgData name="Frederick, Michael" userId="a19ffb3c-b041-4650-bd4c-44ca687be875" providerId="ADAL" clId="{27EDE327-7F90-4ECA-BA00-0ED99CE8D11A}" dt="2025-12-08T11:27:35.001" v="7888" actId="20577"/>
          <ac:spMkLst>
            <pc:docMk/>
            <pc:sldMk cId="3320420665" sldId="374"/>
            <ac:spMk id="2" creationId="{972DA22B-0666-1647-8A12-A6F6D00A5D21}"/>
          </ac:spMkLst>
        </pc:spChg>
      </pc:sldChg>
      <pc:sldChg chg="addSp delSp modSp add mod">
        <pc:chgData name="Frederick, Michael" userId="a19ffb3c-b041-4650-bd4c-44ca687be875" providerId="ADAL" clId="{27EDE327-7F90-4ECA-BA00-0ED99CE8D11A}" dt="2025-12-08T11:46:32.241" v="7991" actId="20577"/>
        <pc:sldMkLst>
          <pc:docMk/>
          <pc:sldMk cId="3266054699" sldId="378"/>
        </pc:sldMkLst>
        <pc:spChg chg="mod">
          <ac:chgData name="Frederick, Michael" userId="a19ffb3c-b041-4650-bd4c-44ca687be875" providerId="ADAL" clId="{27EDE327-7F90-4ECA-BA00-0ED99CE8D11A}" dt="2025-12-08T11:46:32.241" v="7991" actId="20577"/>
          <ac:spMkLst>
            <pc:docMk/>
            <pc:sldMk cId="3266054699" sldId="378"/>
            <ac:spMk id="2" creationId="{A624093B-8A0A-3405-EA93-164D7D9E05BE}"/>
          </ac:spMkLst>
        </pc:spChg>
        <pc:spChg chg="mod">
          <ac:chgData name="Frederick, Michael" userId="a19ffb3c-b041-4650-bd4c-44ca687be875" providerId="ADAL" clId="{27EDE327-7F90-4ECA-BA00-0ED99CE8D11A}" dt="2025-12-08T05:48:00.470" v="5619" actId="20577"/>
          <ac:spMkLst>
            <pc:docMk/>
            <pc:sldMk cId="3266054699" sldId="378"/>
            <ac:spMk id="4" creationId="{35C9F61D-0815-3646-6C6F-0694259CA8E4}"/>
          </ac:spMkLst>
        </pc:spChg>
        <pc:picChg chg="add mod">
          <ac:chgData name="Frederick, Michael" userId="a19ffb3c-b041-4650-bd4c-44ca687be875" providerId="ADAL" clId="{27EDE327-7F90-4ECA-BA00-0ED99CE8D11A}" dt="2025-12-08T11:46:25.923" v="7990" actId="14100"/>
          <ac:picMkLst>
            <pc:docMk/>
            <pc:sldMk cId="3266054699" sldId="378"/>
            <ac:picMk id="5" creationId="{4F86E618-2BC7-9B27-0A24-D69CA7F1787B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5-12-08T11:45:10.972" v="7989" actId="20577"/>
        <pc:sldMkLst>
          <pc:docMk/>
          <pc:sldMk cId="2963690617" sldId="379"/>
        </pc:sldMkLst>
        <pc:spChg chg="mod">
          <ac:chgData name="Frederick, Michael" userId="a19ffb3c-b041-4650-bd4c-44ca687be875" providerId="ADAL" clId="{27EDE327-7F90-4ECA-BA00-0ED99CE8D11A}" dt="2025-12-08T11:45:10.972" v="7989" actId="20577"/>
          <ac:spMkLst>
            <pc:docMk/>
            <pc:sldMk cId="2963690617" sldId="379"/>
            <ac:spMk id="2" creationId="{1696AC84-A787-6091-F182-BA789AFB775F}"/>
          </ac:spMkLst>
        </pc:spChg>
        <pc:spChg chg="mod">
          <ac:chgData name="Frederick, Michael" userId="a19ffb3c-b041-4650-bd4c-44ca687be875" providerId="ADAL" clId="{27EDE327-7F90-4ECA-BA00-0ED99CE8D11A}" dt="2025-12-08T10:01:11.365" v="6685" actId="20577"/>
          <ac:spMkLst>
            <pc:docMk/>
            <pc:sldMk cId="2963690617" sldId="379"/>
            <ac:spMk id="4" creationId="{5BDBCB52-9BC4-2401-DA67-5BB5346994DC}"/>
          </ac:spMkLst>
        </pc:spChg>
      </pc:sldChg>
      <pc:sldChg chg="addSp delSp modSp add mod ord">
        <pc:chgData name="Frederick, Michael" userId="a19ffb3c-b041-4650-bd4c-44ca687be875" providerId="ADAL" clId="{27EDE327-7F90-4ECA-BA00-0ED99CE8D11A}" dt="2026-01-06T09:29:46.973" v="8278" actId="14100"/>
        <pc:sldMkLst>
          <pc:docMk/>
          <pc:sldMk cId="2092664009" sldId="380"/>
        </pc:sldMkLst>
        <pc:graphicFrameChg chg="add mod modGraphic">
          <ac:chgData name="Frederick, Michael" userId="a19ffb3c-b041-4650-bd4c-44ca687be875" providerId="ADAL" clId="{27EDE327-7F90-4ECA-BA00-0ED99CE8D11A}" dt="2026-01-06T09:29:46.973" v="8278" actId="14100"/>
          <ac:graphicFrameMkLst>
            <pc:docMk/>
            <pc:sldMk cId="2092664009" sldId="380"/>
            <ac:graphicFrameMk id="3" creationId="{FDAB3A4E-9E0A-8B63-396D-BC71A4B4129D}"/>
          </ac:graphicFrameMkLst>
        </pc:graphicFrameChg>
      </pc:sldChg>
      <pc:sldChg chg="addSp delSp modSp add mod">
        <pc:chgData name="Frederick, Michael" userId="a19ffb3c-b041-4650-bd4c-44ca687be875" providerId="ADAL" clId="{27EDE327-7F90-4ECA-BA00-0ED99CE8D11A}" dt="2025-12-08T12:31:53.458" v="8276" actId="20577"/>
        <pc:sldMkLst>
          <pc:docMk/>
          <pc:sldMk cId="4285705376" sldId="381"/>
        </pc:sldMkLst>
        <pc:spChg chg="add mod">
          <ac:chgData name="Frederick, Michael" userId="a19ffb3c-b041-4650-bd4c-44ca687be875" providerId="ADAL" clId="{27EDE327-7F90-4ECA-BA00-0ED99CE8D11A}" dt="2025-12-08T12:31:53.458" v="8276" actId="20577"/>
          <ac:spMkLst>
            <pc:docMk/>
            <pc:sldMk cId="4285705376" sldId="381"/>
            <ac:spMk id="2" creationId="{0FAE6A7A-0BE9-E479-F773-B1D59B1EF05A}"/>
          </ac:spMkLst>
        </pc:spChg>
        <pc:spChg chg="mod">
          <ac:chgData name="Frederick, Michael" userId="a19ffb3c-b041-4650-bd4c-44ca687be875" providerId="ADAL" clId="{27EDE327-7F90-4ECA-BA00-0ED99CE8D11A}" dt="2025-12-08T10:01:29.398" v="6709" actId="20577"/>
          <ac:spMkLst>
            <pc:docMk/>
            <pc:sldMk cId="4285705376" sldId="381"/>
            <ac:spMk id="4" creationId="{F5A9006F-7813-6CF1-23B1-75ACC80DB7C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F0BC6DC4-FB3E-75DC-85FB-A224D1F7D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5852796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A1EF5CC7-F0EA-8078-A534-7C1AE5D1F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4297680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20111739-A47E-B30F-E9C0-78208DDDB98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12080" y="2148840"/>
            <a:ext cx="3575341" cy="402336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67375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760" y="1600200"/>
            <a:ext cx="4023360" cy="0"/>
          </a:xfrm>
          <a:prstGeom prst="line">
            <a:avLst/>
          </a:prstGeom>
          <a:ln w="1905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4023360" cy="4340224"/>
          </a:xfrm>
        </p:spPr>
        <p:txBody>
          <a:bodyPr numCol="1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1828802"/>
            <a:ext cx="8413115" cy="4340224"/>
          </a:xfrm>
        </p:spPr>
        <p:txBody>
          <a:bodyPr numCol="2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00201"/>
            <a:ext cx="841248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00201"/>
            <a:ext cx="5486400" cy="4568825"/>
          </a:xfrm>
        </p:spPr>
        <p:txBody>
          <a:bodyPr>
            <a:noAutofit/>
          </a:bodyPr>
          <a:lstStyle>
            <a:lvl1pPr marL="274320" indent="-274320">
              <a:lnSpc>
                <a:spcPct val="100000"/>
              </a:lnSpc>
              <a:buFont typeface="Wells Fargo Sans Display" panose="020B0503020203020204" pitchFamily="34" charset="0"/>
              <a:buChar char="•"/>
              <a:defRPr sz="2400">
                <a:latin typeface="+mj-lt"/>
              </a:defRPr>
            </a:lvl1pPr>
            <a:lvl2pPr marL="5486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2pPr>
            <a:lvl3pPr marL="8229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3pPr>
            <a:lvl4pPr marL="10972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4pPr>
            <a:lvl5pPr marL="137160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5pPr>
            <a:lvl6pPr marL="164592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6pPr>
            <a:lvl7pPr marL="19202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7pPr>
            <a:lvl8pPr marL="21945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8pPr>
            <a:lvl9pPr marL="24688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88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17921" y="1600200"/>
            <a:ext cx="256095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548639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5486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600200"/>
            <a:ext cx="256031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6576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29184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1792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576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9184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21792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946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E2FBBB-4BFC-1AB6-5E83-533AFC32E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E797A7-B759-D718-EF36-560A0F0BEE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57A7267-38A2-7E1B-5497-9B2C09D56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1">
    <p:bg>
      <p:bgPr>
        <a:solidFill>
          <a:srgbClr val="706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FCA519-A381-9664-44E5-81BD7408B9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F55F3-F308-6089-0D10-73F1F8CB9E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737CCE9-027D-80CB-2818-D6DCF786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4"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EA7E7E-589C-85BF-6061-541DF5D45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7D9D10-C4B2-D0CF-345D-BFE471A58B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F405144-9A03-7AAA-CEC7-4563FA4ED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FCB847C-997A-38E1-BFC2-A0C080DC5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BAD93E4-DCE8-9F07-CB9D-C6B6EA8E62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3E3D0D3-6F76-C4D1-CE58-D099C5F0C3EB}"/>
              </a:ext>
            </a:extLst>
          </p:cNvPr>
          <p:cNvSpPr txBox="1">
            <a:spLocks/>
          </p:cNvSpPr>
          <p:nvPr userDrawn="1"/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57200"/>
            <a:ext cx="5487035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703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 descr="Upload or paste an image here">
            <a:extLst>
              <a:ext uri="{FF2B5EF4-FFF2-40B4-BE49-F238E27FC236}">
                <a16:creationId xmlns:a16="http://schemas.microsoft.com/office/drawing/2014/main" id="{1AC4A27E-4357-361F-21AB-42B2C26A56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8238" y="0"/>
            <a:ext cx="2925762" cy="685800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1600200"/>
            <a:ext cx="841248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A079D476-4360-124F-F8E0-1F5E77BFBD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9144000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9" y="1600200"/>
            <a:ext cx="5486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8" descr="Upload or paste an image here">
            <a:extLst>
              <a:ext uri="{FF2B5EF4-FFF2-40B4-BE49-F238E27FC236}">
                <a16:creationId xmlns:a16="http://schemas.microsoft.com/office/drawing/2014/main" id="{7A33E1AF-7834-BBF7-AD0C-ACE593C44F2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2103438"/>
            <a:ext cx="6218238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1" y="1600200"/>
            <a:ext cx="256032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 descr="Upload or paste an image here">
            <a:extLst>
              <a:ext uri="{FF2B5EF4-FFF2-40B4-BE49-F238E27FC236}">
                <a16:creationId xmlns:a16="http://schemas.microsoft.com/office/drawing/2014/main" id="{BB75E35E-A352-66BD-65E0-009B7A2B0B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7919" y="2104823"/>
            <a:ext cx="2926399" cy="4754562"/>
          </a:xfrm>
          <a:solidFill>
            <a:srgbClr val="BCBBBA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65BEEFC-B89E-9C41-8260-1542F0B43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ls Fargo Premier" descr="Wells Fargo Premier">
            <a:extLst>
              <a:ext uri="{FF2B5EF4-FFF2-40B4-BE49-F238E27FC236}">
                <a16:creationId xmlns:a16="http://schemas.microsoft.com/office/drawing/2014/main" id="{D3BD62DB-D680-0B2B-728F-3A3CC2F5D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341846"/>
            <a:ext cx="256032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00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2DFF9-7821-50F5-7BAD-F522777D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743200"/>
            <a:ext cx="8397241" cy="70942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00200"/>
            <a:ext cx="841248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3" r:id="rId3"/>
    <p:sldLayoutId id="2147483672" r:id="rId4"/>
    <p:sldLayoutId id="2147483650" r:id="rId5"/>
    <p:sldLayoutId id="2147483675" r:id="rId6"/>
    <p:sldLayoutId id="2147483652" r:id="rId7"/>
    <p:sldLayoutId id="2147483658" r:id="rId8"/>
    <p:sldLayoutId id="2147483669" r:id="rId9"/>
    <p:sldLayoutId id="2147483670" r:id="rId10"/>
    <p:sldLayoutId id="2147483674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54" r:id="rId19"/>
    <p:sldLayoutId id="2147483655" r:id="rId20"/>
    <p:sldLayoutId id="214748367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5530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36033-BF24-A54C-A030-AB28AE447995}"/>
              </a:ext>
            </a:extLst>
          </p:cNvPr>
          <p:cNvSpPr txBox="1"/>
          <p:nvPr/>
        </p:nvSpPr>
        <p:spPr>
          <a:xfrm>
            <a:off x="3200400" y="762000"/>
            <a:ext cx="22860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Wells Fargo Premier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72DA22B-0666-1647-8A12-A6F6D00A5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124" y="2834640"/>
            <a:ext cx="7331075" cy="1779684"/>
          </a:xfrm>
        </p:spPr>
        <p:txBody>
          <a:bodyPr/>
          <a:lstStyle/>
          <a:p>
            <a:r>
              <a:rPr lang="en-US" dirty="0"/>
              <a:t>Agentic AI – Module 1 - Review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78B65EB-C98D-4048-A9B2-C88B4A957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December 2025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4A1E0883-8C2E-CADE-2870-9987AEF48330}"/>
              </a:ext>
            </a:extLst>
          </p:cNvPr>
          <p:cNvSpPr txBox="1"/>
          <p:nvPr/>
        </p:nvSpPr>
        <p:spPr>
          <a:xfrm>
            <a:off x="365125" y="6175353"/>
            <a:ext cx="4023360" cy="45404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800" dirty="0"/>
              <a:t>© 2025 Wells Fargo Bank, N.A. </a:t>
            </a:r>
          </a:p>
        </p:txBody>
      </p:sp>
    </p:spTree>
    <p:extLst>
      <p:ext uri="{BB962C8B-B14F-4D97-AF65-F5344CB8AC3E}">
        <p14:creationId xmlns:p14="http://schemas.microsoft.com/office/powerpoint/2010/main" val="33204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EDBD843-C0A8-714C-80B0-3672C912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LangChain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F56D03-8E19-2744-8968-E668A5B4C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 err="1"/>
              <a:t>OpenSource</a:t>
            </a:r>
            <a:r>
              <a:rPr lang="en-US" sz="1200" dirty="0"/>
              <a:t> Framework to develop application powered by LLM’s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Makes the LLM Data Aware &amp; Agentic(make decisions)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Components of </a:t>
            </a:r>
            <a:r>
              <a:rPr lang="en-US" sz="1200" dirty="0" err="1"/>
              <a:t>LangChain</a:t>
            </a:r>
            <a:r>
              <a:rPr lang="en-US" sz="1200" dirty="0"/>
              <a:t> </a:t>
            </a:r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marL="342900" lvl="2" indent="0">
              <a:buNone/>
            </a:pPr>
            <a:r>
              <a:rPr lang="en-US" sz="1200" dirty="0"/>
              <a:t>	-</a:t>
            </a:r>
          </a:p>
          <a:p>
            <a:r>
              <a:rPr lang="en-US" sz="1200" dirty="0"/>
              <a:t>Why </a:t>
            </a:r>
            <a:r>
              <a:rPr lang="en-US" sz="1200" dirty="0" err="1"/>
              <a:t>LangChain</a:t>
            </a:r>
            <a:endParaRPr lang="en-US" sz="1200" dirty="0"/>
          </a:p>
          <a:p>
            <a:pPr lvl="2"/>
            <a:r>
              <a:rPr lang="en-US" sz="1200" dirty="0"/>
              <a:t>Part of OPL Stack( OpenAI, </a:t>
            </a:r>
            <a:r>
              <a:rPr lang="en-US" sz="1200" dirty="0" err="1"/>
              <a:t>PineCone</a:t>
            </a:r>
            <a:r>
              <a:rPr lang="en-US" sz="1200" dirty="0"/>
              <a:t>, </a:t>
            </a:r>
            <a:r>
              <a:rPr lang="en-US" sz="1200" dirty="0" err="1"/>
              <a:t>LangChain</a:t>
            </a:r>
            <a:r>
              <a:rPr lang="en-US" sz="1200" dirty="0"/>
              <a:t> ) </a:t>
            </a:r>
          </a:p>
          <a:p>
            <a:pPr lvl="2"/>
            <a:r>
              <a:rPr lang="en-US" sz="1200" dirty="0"/>
              <a:t>Interest in </a:t>
            </a:r>
            <a:r>
              <a:rPr lang="en-US" sz="1200" dirty="0" err="1"/>
              <a:t>GenerativeAI</a:t>
            </a:r>
            <a:endParaRPr lang="en-US" sz="1200" dirty="0"/>
          </a:p>
          <a:p>
            <a:pPr lvl="2"/>
            <a:r>
              <a:rPr lang="en-US" sz="1200" dirty="0"/>
              <a:t>Time Savings for Development</a:t>
            </a:r>
          </a:p>
          <a:p>
            <a:r>
              <a:rPr lang="en-US" sz="1200" dirty="0"/>
              <a:t>Demo on invoking LLM using </a:t>
            </a:r>
            <a:r>
              <a:rPr lang="en-US" sz="1200" dirty="0" err="1"/>
              <a:t>Langchain</a:t>
            </a:r>
            <a:r>
              <a:rPr lang="en-US" sz="1200" dirty="0"/>
              <a:t> &amp; Without</a:t>
            </a:r>
          </a:p>
          <a:p>
            <a:r>
              <a:rPr lang="en-US" sz="1200" dirty="0" err="1"/>
              <a:t>LangChain</a:t>
            </a:r>
            <a:r>
              <a:rPr lang="en-US" sz="1200" dirty="0"/>
              <a:t> Schema</a:t>
            </a:r>
          </a:p>
          <a:p>
            <a:pPr lvl="2"/>
            <a:r>
              <a:rPr lang="en-US" sz="1200" dirty="0"/>
              <a:t>AI Message</a:t>
            </a:r>
          </a:p>
          <a:p>
            <a:pPr lvl="2"/>
            <a:r>
              <a:rPr lang="en-US" sz="1200" dirty="0"/>
              <a:t>System Message </a:t>
            </a:r>
          </a:p>
          <a:p>
            <a:pPr lvl="2"/>
            <a:r>
              <a:rPr lang="en-US" sz="1200" dirty="0"/>
              <a:t>Human Message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FD9EB98-256E-C04E-AA1A-80080D590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05634-C279-BBAE-4204-1E65AA85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36568"/>
            <a:ext cx="6416039" cy="209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8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2FAD-3A76-DA8A-FC46-F3D04D9A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5C9F61D-0815-3646-6C6F-0694259C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LangChain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4093B-8A0A-3405-EA93-164D7D9E0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r>
              <a:rPr lang="en-US" sz="1200" dirty="0"/>
              <a:t>Model Response</a:t>
            </a:r>
          </a:p>
          <a:p>
            <a:pPr lvl="2"/>
            <a:r>
              <a:rPr lang="en-US" sz="1200" dirty="0"/>
              <a:t>Index</a:t>
            </a:r>
          </a:p>
          <a:p>
            <a:pPr lvl="2"/>
            <a:r>
              <a:rPr lang="en-US" sz="1200" dirty="0"/>
              <a:t>Role</a:t>
            </a:r>
          </a:p>
          <a:p>
            <a:pPr lvl="2"/>
            <a:r>
              <a:rPr lang="en-US" sz="1200" dirty="0"/>
              <a:t>Content</a:t>
            </a:r>
          </a:p>
          <a:p>
            <a:pPr lvl="2"/>
            <a:r>
              <a:rPr lang="en-US" sz="1200" dirty="0"/>
              <a:t>Prompt Tokens</a:t>
            </a:r>
          </a:p>
          <a:p>
            <a:pPr lvl="2"/>
            <a:r>
              <a:rPr lang="en-US" sz="1200" dirty="0"/>
              <a:t>Completion Tokens</a:t>
            </a:r>
          </a:p>
          <a:p>
            <a:r>
              <a:rPr lang="en-US" sz="1200" dirty="0"/>
              <a:t>Output Parser</a:t>
            </a:r>
          </a:p>
          <a:p>
            <a:r>
              <a:rPr lang="en-US" sz="1200" dirty="0"/>
              <a:t>Memory Types</a:t>
            </a:r>
          </a:p>
          <a:p>
            <a:pPr lvl="2"/>
            <a:r>
              <a:rPr lang="en-US" sz="1200" dirty="0"/>
              <a:t>Conversation Buffer – Simple &amp;  Stores all items until token limit is exceeded. </a:t>
            </a:r>
          </a:p>
          <a:p>
            <a:pPr lvl="2"/>
            <a:r>
              <a:rPr lang="en-US" sz="1200" dirty="0"/>
              <a:t>Conversation Buffer Window – Control of number of threads stored. </a:t>
            </a:r>
          </a:p>
          <a:p>
            <a:pPr lvl="2"/>
            <a:r>
              <a:rPr lang="en-US" sz="1200" dirty="0"/>
              <a:t>Conversation Token Buffer – Limit is based on number of tokens</a:t>
            </a:r>
          </a:p>
          <a:p>
            <a:pPr lvl="2"/>
            <a:r>
              <a:rPr lang="en-US" sz="1200" dirty="0"/>
              <a:t>Conversation  Summary -  Summarized information stored </a:t>
            </a:r>
          </a:p>
          <a:p>
            <a:r>
              <a:rPr lang="en-US" sz="1200" dirty="0"/>
              <a:t>Chain – Take content from one LLM call &amp; use it for another.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605211F-DF24-1A4B-D5A7-196600C8A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6E618-2BC7-9B27-0A24-D69CA7F17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9" y="4191001"/>
            <a:ext cx="557869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5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828C-63EF-2DC7-9D30-99CC980D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BDBCB52-9BC4-2401-DA67-5BB53469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LangChain</a:t>
            </a:r>
            <a:r>
              <a:rPr lang="en-US" dirty="0"/>
              <a:t> Expression Language ( LCEL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96AC84-A787-6091-F182-BA789AFB7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5791200"/>
          </a:xfrm>
        </p:spPr>
        <p:txBody>
          <a:bodyPr/>
          <a:lstStyle/>
          <a:p>
            <a:r>
              <a:rPr lang="en-US" sz="1200" dirty="0"/>
              <a:t>Backbone for </a:t>
            </a:r>
            <a:r>
              <a:rPr lang="en-US" sz="1200" dirty="0" err="1"/>
              <a:t>LangChain</a:t>
            </a:r>
            <a:r>
              <a:rPr lang="en-US" sz="1200" dirty="0"/>
              <a:t> Framework</a:t>
            </a:r>
          </a:p>
          <a:p>
            <a:r>
              <a:rPr lang="en-US" sz="1200" dirty="0"/>
              <a:t>Uses the pipe ‘|’ operator to define data flow ( left to right )</a:t>
            </a:r>
          </a:p>
          <a:p>
            <a:r>
              <a:rPr lang="en-US" sz="1200" dirty="0"/>
              <a:t>Components </a:t>
            </a:r>
          </a:p>
          <a:p>
            <a:pPr lvl="2"/>
            <a:r>
              <a:rPr lang="en-US" sz="1200" dirty="0"/>
              <a:t>Prompt Template</a:t>
            </a:r>
          </a:p>
          <a:p>
            <a:pPr lvl="2"/>
            <a:r>
              <a:rPr lang="en-US" sz="1200" dirty="0"/>
              <a:t>Model</a:t>
            </a:r>
          </a:p>
          <a:p>
            <a:pPr lvl="2"/>
            <a:r>
              <a:rPr lang="en-US" sz="1200" dirty="0"/>
              <a:t>Output Parser</a:t>
            </a:r>
          </a:p>
          <a:p>
            <a:r>
              <a:rPr lang="en-US" sz="1200" dirty="0"/>
              <a:t>Piping is achieved due to the implementation of  “Runnable” interface</a:t>
            </a:r>
          </a:p>
          <a:p>
            <a:r>
              <a:rPr lang="en-US" sz="1200" dirty="0"/>
              <a:t>Output of one component’s “invoke()” is passed as input to another</a:t>
            </a:r>
          </a:p>
          <a:p>
            <a:r>
              <a:rPr lang="en-US" sz="1200" dirty="0"/>
              <a:t>Essential Runnable Classes</a:t>
            </a:r>
          </a:p>
          <a:p>
            <a:pPr lvl="1"/>
            <a:r>
              <a:rPr lang="en-US" sz="1200" dirty="0"/>
              <a:t>Runnable </a:t>
            </a:r>
            <a:r>
              <a:rPr lang="en-US" sz="1200" dirty="0" err="1"/>
              <a:t>PassThrough</a:t>
            </a:r>
            <a:r>
              <a:rPr lang="en-US" sz="1200" dirty="0"/>
              <a:t> –&gt; No data modification ; Output is same as Input ; usually combined with other </a:t>
            </a:r>
            <a:r>
              <a:rPr lang="en-US" sz="1200" dirty="0" err="1"/>
              <a:t>Runnables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Runnable Lambda           -&gt; Allows wrapping custom Python functions &amp; share the “Runnable” interface. </a:t>
            </a:r>
          </a:p>
          <a:p>
            <a:pPr lvl="1"/>
            <a:r>
              <a:rPr lang="en-US" sz="1200" dirty="0"/>
              <a:t>Runnable Parallel             -&gt; Two or more tasks run using the same initial input &amp; facilitating branching away from input. 	   	                 -&gt; For </a:t>
            </a:r>
            <a:r>
              <a:rPr lang="en-US" sz="1200" dirty="0" err="1"/>
              <a:t>eg</a:t>
            </a:r>
            <a:r>
              <a:rPr lang="en-US" sz="1200" dirty="0"/>
              <a:t>, one might transform data &amp; another might pass through. </a:t>
            </a:r>
          </a:p>
          <a:p>
            <a:r>
              <a:rPr lang="en-US" sz="1200" dirty="0"/>
              <a:t>Advanced Composition Techniques</a:t>
            </a:r>
          </a:p>
          <a:p>
            <a:pPr lvl="1"/>
            <a:r>
              <a:rPr lang="en-US" sz="1200" dirty="0"/>
              <a:t>Nested Chains 		-&gt;  Running multiple sub-chains in parallel )</a:t>
            </a:r>
          </a:p>
          <a:p>
            <a:pPr lvl="1"/>
            <a:r>
              <a:rPr lang="en-US" sz="1200" dirty="0"/>
              <a:t>Adding Keys on-the –fly   -&gt;  Specifically useful when building context progressively </a:t>
            </a:r>
          </a:p>
          <a:p>
            <a:pPr lvl="1"/>
            <a:r>
              <a:rPr lang="en-US" sz="1200" dirty="0"/>
              <a:t>Chain Combination             -&gt; Combining multiple chains using the pipe operator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0972CCD-F08F-F047-042C-0F95AEDEE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9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1529-40AF-91B9-7878-8F1D7ACD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5A9006F-7813-6CF1-23B1-75ACC80D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HandsOn - Review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7EF3BAF-9CF4-CD42-38BA-0FF3C0D57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AE6A7A-0BE9-E479-F773-B1D59B1EF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8625839" cy="2057400"/>
          </a:xfrm>
        </p:spPr>
        <p:txBody>
          <a:bodyPr/>
          <a:lstStyle/>
          <a:p>
            <a:r>
              <a:rPr lang="en-US" sz="1200" dirty="0" err="1"/>
              <a:t>Langchain_openai.ipynb</a:t>
            </a:r>
            <a:endParaRPr lang="en-US" sz="1200" dirty="0"/>
          </a:p>
          <a:p>
            <a:r>
              <a:rPr lang="en-US" sz="1200" dirty="0" err="1"/>
              <a:t>Prompt_templates.ipynb</a:t>
            </a:r>
            <a:endParaRPr lang="en-US" sz="1200" dirty="0"/>
          </a:p>
          <a:p>
            <a:r>
              <a:rPr lang="en-US" sz="1200" dirty="0" err="1"/>
              <a:t>Lcel.ipynb</a:t>
            </a:r>
            <a:endParaRPr lang="en-US" sz="1200" dirty="0"/>
          </a:p>
          <a:p>
            <a:r>
              <a:rPr lang="en-US" sz="1200" dirty="0" err="1"/>
              <a:t>Output_parser.ipynb</a:t>
            </a:r>
            <a:endParaRPr lang="en-US" sz="1200" dirty="0"/>
          </a:p>
          <a:p>
            <a:r>
              <a:rPr lang="en-US" sz="1200" dirty="0" err="1"/>
              <a:t>Sequential_chain.ipynb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8570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3421-85A8-309F-CEAC-7676027B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5323-5BFD-3CBC-9927-3ECF83D5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</a:t>
            </a:r>
            <a:r>
              <a:rPr lang="en-US"/>
              <a:t>Step - Module 1 Self Learning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3B409-FB14-979E-1F48-BBE4FFC91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A9049-0C35-4B4F-F4C7-02EAFD47FA21}"/>
              </a:ext>
            </a:extLst>
          </p:cNvPr>
          <p:cNvSpPr txBox="1"/>
          <p:nvPr/>
        </p:nvSpPr>
        <p:spPr>
          <a:xfrm>
            <a:off x="609600" y="2286000"/>
            <a:ext cx="8168640" cy="30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00" b="1" dirty="0">
                <a:solidFill>
                  <a:srgbClr val="FF0000"/>
                </a:solidFill>
              </a:rPr>
              <a:t>Note – Reference hands-on Python code will be made available via a personal Google Drive. Please avoid bringing that to Wells Fargo Network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AB3A4E-9E0A-8B63-396D-BC71A4B41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74405"/>
              </p:ext>
            </p:extLst>
          </p:nvPr>
        </p:nvGraphicFramePr>
        <p:xfrm>
          <a:off x="579120" y="1186814"/>
          <a:ext cx="8717280" cy="5061585"/>
        </p:xfrm>
        <a:graphic>
          <a:graphicData uri="http://schemas.openxmlformats.org/drawingml/2006/table">
            <a:tbl>
              <a:tblPr>
                <a:tableStyleId>{B9079ADF-8E72-460E-941B-A120568EDBA9}</a:tableStyleId>
              </a:tblPr>
              <a:tblGrid>
                <a:gridCol w="2139210">
                  <a:extLst>
                    <a:ext uri="{9D8B030D-6E8A-4147-A177-3AD203B41FA5}">
                      <a16:colId xmlns:a16="http://schemas.microsoft.com/office/drawing/2014/main" val="353969776"/>
                    </a:ext>
                  </a:extLst>
                </a:gridCol>
                <a:gridCol w="6578070">
                  <a:extLst>
                    <a:ext uri="{9D8B030D-6E8A-4147-A177-3AD203B41FA5}">
                      <a16:colId xmlns:a16="http://schemas.microsoft.com/office/drawing/2014/main" val="2601096277"/>
                    </a:ext>
                  </a:extLst>
                </a:gridCol>
              </a:tblGrid>
              <a:tr h="16871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Memory &amp; 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https://www.youtube.com/watch?v=SsZO2Q9LWCo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55895622"/>
                  </a:ext>
                </a:extLst>
              </a:tr>
              <a:tr h="168719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https://www.youtube.com/watch?v=ea2W8IogX80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592598"/>
                  </a:ext>
                </a:extLst>
              </a:tr>
              <a:tr h="16871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https://www.youtube.com/watch?v=38aMTXY2usU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34751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Premier 2023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remier_PowerPoint_4x3_0424_a11y.pptx" id="{79104E03-1858-104C-BDF1-8FEAD1E83779}" vid="{AD38B091-8E93-FC46-97CA-1669D3C060B3}"/>
    </a:ext>
  </a:extLst>
</a:theme>
</file>

<file path=ppt/theme/theme2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Agentic AI </Template>
  <TotalTime>0</TotalTime>
  <Words>426</Words>
  <Application>Microsoft Office PowerPoint</Application>
  <PresentationFormat>On-screen Show (4:3)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Wells Fargo Sans</vt:lpstr>
      <vt:lpstr>Wells Fargo Sans Display</vt:lpstr>
      <vt:lpstr>Wingdings</vt:lpstr>
      <vt:lpstr>Wells Fargo Premier 2023</vt:lpstr>
      <vt:lpstr>Agentic AI – Module 1 - Review</vt:lpstr>
      <vt:lpstr>LangChain</vt:lpstr>
      <vt:lpstr>LangChain</vt:lpstr>
      <vt:lpstr>LangChain Expression Language ( LCEL )</vt:lpstr>
      <vt:lpstr>HandsOn - Review</vt:lpstr>
      <vt:lpstr>Next Step - Module 1 Self Learning</vt:lpstr>
    </vt:vector>
  </TitlesOfParts>
  <Manager/>
  <Company>Wells Fargo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Frederick, Michael</dc:creator>
  <cp:keywords/>
  <dc:description/>
  <cp:lastModifiedBy>Frederick, Michael</cp:lastModifiedBy>
  <cp:revision>1</cp:revision>
  <cp:lastPrinted>2018-10-13T23:11:53Z</cp:lastPrinted>
  <dcterms:created xsi:type="dcterms:W3CDTF">2025-10-23T11:15:15Z</dcterms:created>
  <dcterms:modified xsi:type="dcterms:W3CDTF">2026-01-06T09:29:57Z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9c9bcd-f315-4c3b-87a0-7682e230e7e4_Enabled">
    <vt:lpwstr>true</vt:lpwstr>
  </property>
  <property fmtid="{D5CDD505-2E9C-101B-9397-08002B2CF9AE}" pid="3" name="MSIP_Label_1f9c9bcd-f315-4c3b-87a0-7682e230e7e4_SetDate">
    <vt:lpwstr>2025-10-23T12:12:27Z</vt:lpwstr>
  </property>
  <property fmtid="{D5CDD505-2E9C-101B-9397-08002B2CF9AE}" pid="4" name="MSIP_Label_1f9c9bcd-f315-4c3b-87a0-7682e230e7e4_Method">
    <vt:lpwstr>Privileged</vt:lpwstr>
  </property>
  <property fmtid="{D5CDD505-2E9C-101B-9397-08002B2CF9AE}" pid="5" name="MSIP_Label_1f9c9bcd-f315-4c3b-87a0-7682e230e7e4_Name">
    <vt:lpwstr>Internal Use</vt:lpwstr>
  </property>
  <property fmtid="{D5CDD505-2E9C-101B-9397-08002B2CF9AE}" pid="6" name="MSIP_Label_1f9c9bcd-f315-4c3b-87a0-7682e230e7e4_SiteId">
    <vt:lpwstr>e122af3c-4c68-4e49-9c52-4ae1e25e91ae</vt:lpwstr>
  </property>
  <property fmtid="{D5CDD505-2E9C-101B-9397-08002B2CF9AE}" pid="7" name="MSIP_Label_1f9c9bcd-f315-4c3b-87a0-7682e230e7e4_ActionId">
    <vt:lpwstr>c1e09d94-3e5b-402b-8586-b3eba0858999</vt:lpwstr>
  </property>
  <property fmtid="{D5CDD505-2E9C-101B-9397-08002B2CF9AE}" pid="8" name="MSIP_Label_1f9c9bcd-f315-4c3b-87a0-7682e230e7e4_ContentBits">
    <vt:lpwstr>0</vt:lpwstr>
  </property>
  <property fmtid="{D5CDD505-2E9C-101B-9397-08002B2CF9AE}" pid="9" name="MSIP_Label_1f9c9bcd-f315-4c3b-87a0-7682e230e7e4_Tag">
    <vt:lpwstr>10, 0, 1, 1</vt:lpwstr>
  </property>
</Properties>
</file>