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74" r:id="rId2"/>
    <p:sldId id="382" r:id="rId3"/>
    <p:sldId id="394" r:id="rId4"/>
    <p:sldId id="391" r:id="rId5"/>
    <p:sldId id="392" r:id="rId6"/>
    <p:sldId id="393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384" r:id="rId16"/>
    <p:sldId id="385" r:id="rId17"/>
    <p:sldId id="386" r:id="rId18"/>
    <p:sldId id="388" r:id="rId19"/>
    <p:sldId id="389" r:id="rId20"/>
    <p:sldId id="390" r:id="rId21"/>
    <p:sldId id="275" r:id="rId22"/>
    <p:sldId id="3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aps, Carlto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C7439A-1BF1-40C7-A4E2-40F5A7798D7F}" v="78" dt="2026-01-29T07:54:49.149"/>
  </p1510:revLst>
</p1510:revInfo>
</file>

<file path=ppt/tableStyles.xml><?xml version="1.0" encoding="utf-8"?>
<a:tblStyleLst xmlns:a="http://schemas.openxmlformats.org/drawingml/2006/main" def="{B9079ADF-8E72-460E-941B-A120568EDBA9}">
  <a:tblStyle styleId="{B9079ADF-8E72-460E-941B-A120568EDBA9}" styleName="WF Premier Table 01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bg2"/>
          </a:solidFill>
        </a:fill>
      </a:tcStyle>
    </a:band2H>
    <a:lastRow>
      <a:tcTxStyle b="on">
        <a:fontRef idx="minor"/>
        <a:schemeClr val="tx1"/>
      </a:tcTxStyle>
      <a:tcStyle>
        <a:tcBdr>
          <a:top>
            <a:ln w="19050">
              <a:solidFill>
                <a:schemeClr val="tx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88" autoAdjust="0"/>
  </p:normalViewPr>
  <p:slideViewPr>
    <p:cSldViewPr showGuides="1">
      <p:cViewPr varScale="1">
        <p:scale>
          <a:sx n="111" d="100"/>
          <a:sy n="111" d="100"/>
        </p:scale>
        <p:origin x="16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929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k, Michael" userId="a19ffb3c-b041-4650-bd4c-44ca687be875" providerId="ADAL" clId="{27EDE327-7F90-4ECA-BA00-0ED99CE8D11A}"/>
    <pc:docChg chg="undo custSel addSld delSld modSld sldOrd">
      <pc:chgData name="Frederick, Michael" userId="a19ffb3c-b041-4650-bd4c-44ca687be875" providerId="ADAL" clId="{27EDE327-7F90-4ECA-BA00-0ED99CE8D11A}" dt="2026-01-29T07:57:24.044" v="19774" actId="115"/>
      <pc:docMkLst>
        <pc:docMk/>
      </pc:docMkLst>
      <pc:sldChg chg="addSp delSp modSp mod">
        <pc:chgData name="Frederick, Michael" userId="a19ffb3c-b041-4650-bd4c-44ca687be875" providerId="ADAL" clId="{27EDE327-7F90-4ECA-BA00-0ED99CE8D11A}" dt="2026-01-28T14:23:29.279" v="15842" actId="20577"/>
        <pc:sldMkLst>
          <pc:docMk/>
          <pc:sldMk cId="2597888185" sldId="275"/>
        </pc:sldMkLst>
        <pc:spChg chg="mod">
          <ac:chgData name="Frederick, Michael" userId="a19ffb3c-b041-4650-bd4c-44ca687be875" providerId="ADAL" clId="{27EDE327-7F90-4ECA-BA00-0ED99CE8D11A}" dt="2026-01-28T14:20:02.791" v="15536" actId="20577"/>
          <ac:spMkLst>
            <pc:docMk/>
            <pc:sldMk cId="2597888185" sldId="275"/>
            <ac:spMk id="2" creationId="{A1F56D03-8E19-2744-8968-E668A5B4C856}"/>
          </ac:spMkLst>
        </pc:spChg>
        <pc:spChg chg="mod">
          <ac:chgData name="Frederick, Michael" userId="a19ffb3c-b041-4650-bd4c-44ca687be875" providerId="ADAL" clId="{27EDE327-7F90-4ECA-BA00-0ED99CE8D11A}" dt="2026-01-28T14:19:29.906" v="15521" actId="20577"/>
          <ac:spMkLst>
            <pc:docMk/>
            <pc:sldMk cId="2597888185" sldId="275"/>
            <ac:spMk id="4" creationId="{BEDBD843-C0A8-714C-80B0-3672C91257BB}"/>
          </ac:spMkLst>
        </pc:spChg>
        <pc:graphicFrameChg chg="add del mod modGraphic">
          <ac:chgData name="Frederick, Michael" userId="a19ffb3c-b041-4650-bd4c-44ca687be875" providerId="ADAL" clId="{27EDE327-7F90-4ECA-BA00-0ED99CE8D11A}" dt="2026-01-28T14:19:45.008" v="15522" actId="21"/>
          <ac:graphicFrameMkLst>
            <pc:docMk/>
            <pc:sldMk cId="2597888185" sldId="275"/>
            <ac:graphicFrameMk id="3" creationId="{56E08A9F-DDA5-6153-5B6B-7CF8C1077959}"/>
          </ac:graphicFrameMkLst>
        </pc:graphicFrameChg>
        <pc:graphicFrameChg chg="add mod modGraphic">
          <ac:chgData name="Frederick, Michael" userId="a19ffb3c-b041-4650-bd4c-44ca687be875" providerId="ADAL" clId="{27EDE327-7F90-4ECA-BA00-0ED99CE8D11A}" dt="2026-01-28T14:23:29.279" v="15842" actId="20577"/>
          <ac:graphicFrameMkLst>
            <pc:docMk/>
            <pc:sldMk cId="2597888185" sldId="275"/>
            <ac:graphicFrameMk id="6" creationId="{FA568E2C-D7CA-EA7B-CCBD-D1E8CAD801DE}"/>
          </ac:graphicFrameMkLst>
        </pc:graphicFrameChg>
      </pc:sldChg>
      <pc:sldChg chg="modSp mod">
        <pc:chgData name="Frederick, Michael" userId="a19ffb3c-b041-4650-bd4c-44ca687be875" providerId="ADAL" clId="{27EDE327-7F90-4ECA-BA00-0ED99CE8D11A}" dt="2026-01-28T12:21:52.081" v="14222" actId="20577"/>
        <pc:sldMkLst>
          <pc:docMk/>
          <pc:sldMk cId="3320420665" sldId="374"/>
        </pc:sldMkLst>
        <pc:spChg chg="mod">
          <ac:chgData name="Frederick, Michael" userId="a19ffb3c-b041-4650-bd4c-44ca687be875" providerId="ADAL" clId="{27EDE327-7F90-4ECA-BA00-0ED99CE8D11A}" dt="2026-01-28T12:21:52.081" v="14222" actId="20577"/>
          <ac:spMkLst>
            <pc:docMk/>
            <pc:sldMk cId="3320420665" sldId="374"/>
            <ac:spMk id="2" creationId="{972DA22B-0666-1647-8A12-A6F6D00A5D21}"/>
          </ac:spMkLst>
        </pc:spChg>
        <pc:spChg chg="mod">
          <ac:chgData name="Frederick, Michael" userId="a19ffb3c-b041-4650-bd4c-44ca687be875" providerId="ADAL" clId="{27EDE327-7F90-4ECA-BA00-0ED99CE8D11A}" dt="2026-01-08T07:49:20.107" v="8292" actId="20577"/>
          <ac:spMkLst>
            <pc:docMk/>
            <pc:sldMk cId="3320420665" sldId="374"/>
            <ac:spMk id="5" creationId="{4A1E0883-8C2E-CADE-2870-9987AEF48330}"/>
          </ac:spMkLst>
        </pc:spChg>
        <pc:spChg chg="mod">
          <ac:chgData name="Frederick, Michael" userId="a19ffb3c-b041-4650-bd4c-44ca687be875" providerId="ADAL" clId="{27EDE327-7F90-4ECA-BA00-0ED99CE8D11A}" dt="2026-01-08T07:49:22.910" v="8293" actId="20577"/>
          <ac:spMkLst>
            <pc:docMk/>
            <pc:sldMk cId="3320420665" sldId="374"/>
            <ac:spMk id="7" creationId="{E78B65EB-C98D-4048-A9B2-C88B4A957C09}"/>
          </ac:spMkLst>
        </pc:spChg>
      </pc:sldChg>
      <pc:sldChg chg="delSp modSp del mod">
        <pc:chgData name="Frederick, Michael" userId="a19ffb3c-b041-4650-bd4c-44ca687be875" providerId="ADAL" clId="{27EDE327-7F90-4ECA-BA00-0ED99CE8D11A}" dt="2026-01-28T14:24:15.936" v="15843" actId="47"/>
        <pc:sldMkLst>
          <pc:docMk/>
          <pc:sldMk cId="3266054699" sldId="378"/>
        </pc:sldMkLst>
      </pc:sldChg>
      <pc:sldChg chg="addSp delSp modSp add mod ord">
        <pc:chgData name="Frederick, Michael" userId="a19ffb3c-b041-4650-bd4c-44ca687be875" providerId="ADAL" clId="{27EDE327-7F90-4ECA-BA00-0ED99CE8D11A}" dt="2026-01-28T17:09:39.194" v="15906" actId="20577"/>
        <pc:sldMkLst>
          <pc:docMk/>
          <pc:sldMk cId="2092664009" sldId="380"/>
        </pc:sldMkLst>
        <pc:spChg chg="mod">
          <ac:chgData name="Frederick, Michael" userId="a19ffb3c-b041-4650-bd4c-44ca687be875" providerId="ADAL" clId="{27EDE327-7F90-4ECA-BA00-0ED99CE8D11A}" dt="2026-01-28T17:09:18.888" v="15856" actId="20577"/>
          <ac:spMkLst>
            <pc:docMk/>
            <pc:sldMk cId="2092664009" sldId="380"/>
            <ac:spMk id="2" creationId="{74A55323-5BFD-3CBC-9927-3ECF83D5374A}"/>
          </ac:spMkLst>
        </pc:spChg>
        <pc:spChg chg="mod">
          <ac:chgData name="Frederick, Michael" userId="a19ffb3c-b041-4650-bd4c-44ca687be875" providerId="ADAL" clId="{27EDE327-7F90-4ECA-BA00-0ED99CE8D11A}" dt="2026-01-28T17:09:16.376" v="15854" actId="1076"/>
          <ac:spMkLst>
            <pc:docMk/>
            <pc:sldMk cId="2092664009" sldId="380"/>
            <ac:spMk id="10" creationId="{BF0A9049-0C35-4B4F-F4C7-02EAFD47FA21}"/>
          </ac:spMkLst>
        </pc:spChg>
        <pc:graphicFrameChg chg="add mod modGraphic">
          <ac:chgData name="Frederick, Michael" userId="a19ffb3c-b041-4650-bd4c-44ca687be875" providerId="ADAL" clId="{27EDE327-7F90-4ECA-BA00-0ED99CE8D11A}" dt="2026-01-28T17:09:39.194" v="15906" actId="20577"/>
          <ac:graphicFrameMkLst>
            <pc:docMk/>
            <pc:sldMk cId="2092664009" sldId="380"/>
            <ac:graphicFrameMk id="3" creationId="{FAC947D8-F3DC-E3E3-9DC2-059C49742805}"/>
          </ac:graphicFrameMkLst>
        </pc:graphicFrameChg>
        <pc:graphicFrameChg chg="add del mod modGraphic">
          <ac:chgData name="Frederick, Michael" userId="a19ffb3c-b041-4650-bd4c-44ca687be875" providerId="ADAL" clId="{27EDE327-7F90-4ECA-BA00-0ED99CE8D11A}" dt="2026-01-28T17:08:41.885" v="15846" actId="478"/>
          <ac:graphicFrameMkLst>
            <pc:docMk/>
            <pc:sldMk cId="2092664009" sldId="380"/>
            <ac:graphicFrameMk id="5" creationId="{DD7D2493-0006-600E-0FB3-014C76F396DB}"/>
          </ac:graphicFrameMkLst>
        </pc:graphicFrameChg>
      </pc:sldChg>
      <pc:sldChg chg="modSp del mod">
        <pc:chgData name="Frederick, Michael" userId="a19ffb3c-b041-4650-bd4c-44ca687be875" providerId="ADAL" clId="{27EDE327-7F90-4ECA-BA00-0ED99CE8D11A}" dt="2026-01-29T07:56:15.229" v="19764" actId="47"/>
        <pc:sldMkLst>
          <pc:docMk/>
          <pc:sldMk cId="4285705376" sldId="381"/>
        </pc:sldMkLst>
        <pc:spChg chg="mod">
          <ac:chgData name="Frederick, Michael" userId="a19ffb3c-b041-4650-bd4c-44ca687be875" providerId="ADAL" clId="{27EDE327-7F90-4ECA-BA00-0ED99CE8D11A}" dt="2026-01-28T17:08:35.567" v="15845" actId="20577"/>
          <ac:spMkLst>
            <pc:docMk/>
            <pc:sldMk cId="4285705376" sldId="381"/>
            <ac:spMk id="2" creationId="{0FAE6A7A-0BE9-E479-F773-B1D59B1EF05A}"/>
          </ac:spMkLst>
        </pc:spChg>
      </pc:sldChg>
      <pc:sldChg chg="addSp delSp modSp add mod ord">
        <pc:chgData name="Frederick, Michael" userId="a19ffb3c-b041-4650-bd4c-44ca687be875" providerId="ADAL" clId="{27EDE327-7F90-4ECA-BA00-0ED99CE8D11A}" dt="2026-01-29T07:57:11.407" v="19768" actId="115"/>
        <pc:sldMkLst>
          <pc:docMk/>
          <pc:sldMk cId="4072143140" sldId="382"/>
        </pc:sldMkLst>
        <pc:spChg chg="mod">
          <ac:chgData name="Frederick, Michael" userId="a19ffb3c-b041-4650-bd4c-44ca687be875" providerId="ADAL" clId="{27EDE327-7F90-4ECA-BA00-0ED99CE8D11A}" dt="2026-01-29T07:57:11.407" v="19768" actId="115"/>
          <ac:spMkLst>
            <pc:docMk/>
            <pc:sldMk cId="4072143140" sldId="382"/>
            <ac:spMk id="2" creationId="{37DA104D-55E8-8A36-A5BC-18BD3B240E27}"/>
          </ac:spMkLst>
        </pc:spChg>
        <pc:spChg chg="mod">
          <ac:chgData name="Frederick, Michael" userId="a19ffb3c-b041-4650-bd4c-44ca687be875" providerId="ADAL" clId="{27EDE327-7F90-4ECA-BA00-0ED99CE8D11A}" dt="2026-01-28T13:13:34.422" v="14247" actId="20577"/>
          <ac:spMkLst>
            <pc:docMk/>
            <pc:sldMk cId="4072143140" sldId="382"/>
            <ac:spMk id="4" creationId="{DC052B74-9A3C-CB6A-11A4-E0033E0470DE}"/>
          </ac:spMkLst>
        </pc:spChg>
        <pc:picChg chg="add del mod">
          <ac:chgData name="Frederick, Michael" userId="a19ffb3c-b041-4650-bd4c-44ca687be875" providerId="ADAL" clId="{27EDE327-7F90-4ECA-BA00-0ED99CE8D11A}" dt="2026-01-29T04:33:24.177" v="16594" actId="478"/>
          <ac:picMkLst>
            <pc:docMk/>
            <pc:sldMk cId="4072143140" sldId="382"/>
            <ac:picMk id="3" creationId="{2F67C781-4B61-08E3-E0D2-EC83F192ACBE}"/>
          </ac:picMkLst>
        </pc:picChg>
        <pc:picChg chg="add mod">
          <ac:chgData name="Frederick, Michael" userId="a19ffb3c-b041-4650-bd4c-44ca687be875" providerId="ADAL" clId="{27EDE327-7F90-4ECA-BA00-0ED99CE8D11A}" dt="2026-01-28T13:32:51.143" v="14604"/>
          <ac:picMkLst>
            <pc:docMk/>
            <pc:sldMk cId="4072143140" sldId="382"/>
            <ac:picMk id="5" creationId="{166DF134-C202-37D2-55A6-343B05593622}"/>
          </ac:picMkLst>
        </pc:picChg>
        <pc:picChg chg="add mod">
          <ac:chgData name="Frederick, Michael" userId="a19ffb3c-b041-4650-bd4c-44ca687be875" providerId="ADAL" clId="{27EDE327-7F90-4ECA-BA00-0ED99CE8D11A}" dt="2026-01-29T04:47:43.765" v="17363" actId="1076"/>
          <ac:picMkLst>
            <pc:docMk/>
            <pc:sldMk cId="4072143140" sldId="382"/>
            <ac:picMk id="6" creationId="{095C9AE9-9C01-AE44-2C30-DB971406459F}"/>
          </ac:picMkLst>
        </pc:picChg>
        <pc:picChg chg="add mod">
          <ac:chgData name="Frederick, Michael" userId="a19ffb3c-b041-4650-bd4c-44ca687be875" providerId="ADAL" clId="{27EDE327-7F90-4ECA-BA00-0ED99CE8D11A}" dt="2026-01-29T04:47:53.541" v="17366" actId="1076"/>
          <ac:picMkLst>
            <pc:docMk/>
            <pc:sldMk cId="4072143140" sldId="382"/>
            <ac:picMk id="9" creationId="{3EE8DC88-2E30-644E-78A6-11712D81ED44}"/>
          </ac:picMkLst>
        </pc:picChg>
        <pc:picChg chg="add mod">
          <ac:chgData name="Frederick, Michael" userId="a19ffb3c-b041-4650-bd4c-44ca687be875" providerId="ADAL" clId="{27EDE327-7F90-4ECA-BA00-0ED99CE8D11A}" dt="2026-01-29T04:49:57.491" v="17477" actId="1076"/>
          <ac:picMkLst>
            <pc:docMk/>
            <pc:sldMk cId="4072143140" sldId="382"/>
            <ac:picMk id="11" creationId="{61A7F755-C29E-D7B4-E1DB-CC9FDF9AB9D6}"/>
          </ac:picMkLst>
        </pc:picChg>
        <pc:picChg chg="add mod">
          <ac:chgData name="Frederick, Michael" userId="a19ffb3c-b041-4650-bd4c-44ca687be875" providerId="ADAL" clId="{27EDE327-7F90-4ECA-BA00-0ED99CE8D11A}" dt="2026-01-29T04:49:46.247" v="17476" actId="14100"/>
          <ac:picMkLst>
            <pc:docMk/>
            <pc:sldMk cId="4072143140" sldId="382"/>
            <ac:picMk id="13" creationId="{F0DE6672-248A-D1CE-A0F1-EA01371AC21A}"/>
          </ac:picMkLst>
        </pc:picChg>
      </pc:sldChg>
      <pc:sldChg chg="modSp add del mod">
        <pc:chgData name="Frederick, Michael" userId="a19ffb3c-b041-4650-bd4c-44ca687be875" providerId="ADAL" clId="{27EDE327-7F90-4ECA-BA00-0ED99CE8D11A}" dt="2026-01-28T14:24:17.630" v="15844" actId="47"/>
        <pc:sldMkLst>
          <pc:docMk/>
          <pc:sldMk cId="8429357" sldId="383"/>
        </pc:sldMkLst>
      </pc:sldChg>
      <pc:sldChg chg="addSp delSp modSp add mod">
        <pc:chgData name="Frederick, Michael" userId="a19ffb3c-b041-4650-bd4c-44ca687be875" providerId="ADAL" clId="{27EDE327-7F90-4ECA-BA00-0ED99CE8D11A}" dt="2026-01-28T13:57:12.031" v="14972" actId="20577"/>
        <pc:sldMkLst>
          <pc:docMk/>
          <pc:sldMk cId="1765725312" sldId="384"/>
        </pc:sldMkLst>
        <pc:spChg chg="mod">
          <ac:chgData name="Frederick, Michael" userId="a19ffb3c-b041-4650-bd4c-44ca687be875" providerId="ADAL" clId="{27EDE327-7F90-4ECA-BA00-0ED99CE8D11A}" dt="2026-01-28T13:57:12.031" v="14972" actId="20577"/>
          <ac:spMkLst>
            <pc:docMk/>
            <pc:sldMk cId="1765725312" sldId="384"/>
            <ac:spMk id="2" creationId="{DE3856F7-14B5-0719-3455-F402C9C6E294}"/>
          </ac:spMkLst>
        </pc:spChg>
        <pc:spChg chg="mod">
          <ac:chgData name="Frederick, Michael" userId="a19ffb3c-b041-4650-bd4c-44ca687be875" providerId="ADAL" clId="{27EDE327-7F90-4ECA-BA00-0ED99CE8D11A}" dt="2026-01-28T13:49:20.444" v="14710" actId="20577"/>
          <ac:spMkLst>
            <pc:docMk/>
            <pc:sldMk cId="1765725312" sldId="384"/>
            <ac:spMk id="4" creationId="{63FAF8F0-51C2-20F8-B678-FC7196DEEF98}"/>
          </ac:spMkLst>
        </pc:spChg>
        <pc:picChg chg="del">
          <ac:chgData name="Frederick, Michael" userId="a19ffb3c-b041-4650-bd4c-44ca687be875" providerId="ADAL" clId="{27EDE327-7F90-4ECA-BA00-0ED99CE8D11A}" dt="2026-01-28T13:54:12" v="14802" actId="478"/>
          <ac:picMkLst>
            <pc:docMk/>
            <pc:sldMk cId="1765725312" sldId="384"/>
            <ac:picMk id="3" creationId="{4614C2FF-CAC9-0BF8-BBBE-85A5A72FAD59}"/>
          </ac:picMkLst>
        </pc:picChg>
        <pc:picChg chg="add mod">
          <ac:chgData name="Frederick, Michael" userId="a19ffb3c-b041-4650-bd4c-44ca687be875" providerId="ADAL" clId="{27EDE327-7F90-4ECA-BA00-0ED99CE8D11A}" dt="2026-01-28T13:56:36.480" v="14968" actId="14100"/>
          <ac:picMkLst>
            <pc:docMk/>
            <pc:sldMk cId="1765725312" sldId="384"/>
            <ac:picMk id="5" creationId="{31F3B935-84F6-9F38-4D90-A8AB09AA23E3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8T13:58:08.154" v="15027" actId="1076"/>
        <pc:sldMkLst>
          <pc:docMk/>
          <pc:sldMk cId="1257075937" sldId="385"/>
        </pc:sldMkLst>
        <pc:spChg chg="mod">
          <ac:chgData name="Frederick, Michael" userId="a19ffb3c-b041-4650-bd4c-44ca687be875" providerId="ADAL" clId="{27EDE327-7F90-4ECA-BA00-0ED99CE8D11A}" dt="2026-01-28T13:57:32.398" v="15017" actId="20577"/>
          <ac:spMkLst>
            <pc:docMk/>
            <pc:sldMk cId="1257075937" sldId="385"/>
            <ac:spMk id="2" creationId="{E37FC663-8C3E-5BA6-8726-03D6250D5DD6}"/>
          </ac:spMkLst>
        </pc:spChg>
        <pc:picChg chg="add mod">
          <ac:chgData name="Frederick, Michael" userId="a19ffb3c-b041-4650-bd4c-44ca687be875" providerId="ADAL" clId="{27EDE327-7F90-4ECA-BA00-0ED99CE8D11A}" dt="2026-01-28T13:58:01.453" v="15025" actId="1076"/>
          <ac:picMkLst>
            <pc:docMk/>
            <pc:sldMk cId="1257075937" sldId="385"/>
            <ac:picMk id="3" creationId="{7FE98E3A-F3FF-310B-309B-9E02EC52752D}"/>
          </ac:picMkLst>
        </pc:picChg>
        <pc:picChg chg="add del">
          <ac:chgData name="Frederick, Michael" userId="a19ffb3c-b041-4650-bd4c-44ca687be875" providerId="ADAL" clId="{27EDE327-7F90-4ECA-BA00-0ED99CE8D11A}" dt="2026-01-28T13:57:39.978" v="15018" actId="478"/>
          <ac:picMkLst>
            <pc:docMk/>
            <pc:sldMk cId="1257075937" sldId="385"/>
            <ac:picMk id="5" creationId="{209F5C1C-715B-2DFF-5E66-D6F9DF5479E3}"/>
          </ac:picMkLst>
        </pc:picChg>
        <pc:picChg chg="add mod">
          <ac:chgData name="Frederick, Michael" userId="a19ffb3c-b041-4650-bd4c-44ca687be875" providerId="ADAL" clId="{27EDE327-7F90-4ECA-BA00-0ED99CE8D11A}" dt="2026-01-28T13:58:08.154" v="15027" actId="1076"/>
          <ac:picMkLst>
            <pc:docMk/>
            <pc:sldMk cId="1257075937" sldId="385"/>
            <ac:picMk id="6" creationId="{373E2BED-FC3B-8C07-0C87-A29DE01F67AC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8T14:15:47.882" v="15425"/>
        <pc:sldMkLst>
          <pc:docMk/>
          <pc:sldMk cId="3865910558" sldId="386"/>
        </pc:sldMkLst>
        <pc:spChg chg="mod">
          <ac:chgData name="Frederick, Michael" userId="a19ffb3c-b041-4650-bd4c-44ca687be875" providerId="ADAL" clId="{27EDE327-7F90-4ECA-BA00-0ED99CE8D11A}" dt="2026-01-28T14:09:31.170" v="15408" actId="20577"/>
          <ac:spMkLst>
            <pc:docMk/>
            <pc:sldMk cId="3865910558" sldId="386"/>
            <ac:spMk id="2" creationId="{427D8674-D87E-B9B3-B2BD-3CB69AD46825}"/>
          </ac:spMkLst>
        </pc:spChg>
        <pc:spChg chg="mod">
          <ac:chgData name="Frederick, Michael" userId="a19ffb3c-b041-4650-bd4c-44ca687be875" providerId="ADAL" clId="{27EDE327-7F90-4ECA-BA00-0ED99CE8D11A}" dt="2026-01-28T13:58:55.867" v="15037" actId="20577"/>
          <ac:spMkLst>
            <pc:docMk/>
            <pc:sldMk cId="3865910558" sldId="386"/>
            <ac:spMk id="4" creationId="{2596AA6A-1B74-E36A-4A50-53E5E384B8F7}"/>
          </ac:spMkLst>
        </pc:spChg>
        <pc:picChg chg="del">
          <ac:chgData name="Frederick, Michael" userId="a19ffb3c-b041-4650-bd4c-44ca687be875" providerId="ADAL" clId="{27EDE327-7F90-4ECA-BA00-0ED99CE8D11A}" dt="2026-01-28T13:59:24.061" v="15039" actId="478"/>
          <ac:picMkLst>
            <pc:docMk/>
            <pc:sldMk cId="3865910558" sldId="386"/>
            <ac:picMk id="3" creationId="{EB12CF61-39FB-824E-FA6B-C8B15ED95D93}"/>
          </ac:picMkLst>
        </pc:picChg>
        <pc:picChg chg="add del mod">
          <ac:chgData name="Frederick, Michael" userId="a19ffb3c-b041-4650-bd4c-44ca687be875" providerId="ADAL" clId="{27EDE327-7F90-4ECA-BA00-0ED99CE8D11A}" dt="2026-01-28T14:13:32.070" v="15412" actId="478"/>
          <ac:picMkLst>
            <pc:docMk/>
            <pc:sldMk cId="3865910558" sldId="386"/>
            <ac:picMk id="5" creationId="{20D6E27B-DDF6-BA85-7446-F01D053B0ED1}"/>
          </ac:picMkLst>
        </pc:picChg>
        <pc:picChg chg="del">
          <ac:chgData name="Frederick, Michael" userId="a19ffb3c-b041-4650-bd4c-44ca687be875" providerId="ADAL" clId="{27EDE327-7F90-4ECA-BA00-0ED99CE8D11A}" dt="2026-01-28T13:59:23.432" v="15038" actId="478"/>
          <ac:picMkLst>
            <pc:docMk/>
            <pc:sldMk cId="3865910558" sldId="386"/>
            <ac:picMk id="6" creationId="{479C1758-FD70-05C0-791D-731D3AB81245}"/>
          </ac:picMkLst>
        </pc:picChg>
        <pc:picChg chg="add del mod">
          <ac:chgData name="Frederick, Michael" userId="a19ffb3c-b041-4650-bd4c-44ca687be875" providerId="ADAL" clId="{27EDE327-7F90-4ECA-BA00-0ED99CE8D11A}" dt="2026-01-28T14:14:41.492" v="15415" actId="478"/>
          <ac:picMkLst>
            <pc:docMk/>
            <pc:sldMk cId="3865910558" sldId="386"/>
            <ac:picMk id="8" creationId="{2AE2E8EB-5BAA-D7D0-C24A-ABBB147573B5}"/>
          </ac:picMkLst>
        </pc:picChg>
        <pc:picChg chg="add del mod">
          <ac:chgData name="Frederick, Michael" userId="a19ffb3c-b041-4650-bd4c-44ca687be875" providerId="ADAL" clId="{27EDE327-7F90-4ECA-BA00-0ED99CE8D11A}" dt="2026-01-28T14:15:05.569" v="15418" actId="478"/>
          <ac:picMkLst>
            <pc:docMk/>
            <pc:sldMk cId="3865910558" sldId="386"/>
            <ac:picMk id="9" creationId="{E20DD615-6130-ED05-8651-CBA5A5E42A65}"/>
          </ac:picMkLst>
        </pc:picChg>
        <pc:picChg chg="add mod">
          <ac:chgData name="Frederick, Michael" userId="a19ffb3c-b041-4650-bd4c-44ca687be875" providerId="ADAL" clId="{27EDE327-7F90-4ECA-BA00-0ED99CE8D11A}" dt="2026-01-28T14:15:37.497" v="15423" actId="1076"/>
          <ac:picMkLst>
            <pc:docMk/>
            <pc:sldMk cId="3865910558" sldId="386"/>
            <ac:picMk id="10" creationId="{33AF40AC-806F-58B4-1941-7AA505EEA31B}"/>
          </ac:picMkLst>
        </pc:picChg>
        <pc:picChg chg="add mod">
          <ac:chgData name="Frederick, Michael" userId="a19ffb3c-b041-4650-bd4c-44ca687be875" providerId="ADAL" clId="{27EDE327-7F90-4ECA-BA00-0ED99CE8D11A}" dt="2026-01-28T14:15:47.882" v="15425"/>
          <ac:picMkLst>
            <pc:docMk/>
            <pc:sldMk cId="3865910558" sldId="386"/>
            <ac:picMk id="11" creationId="{915691CC-5832-F05B-82FF-BB86D6577B49}"/>
          </ac:picMkLst>
        </pc:picChg>
      </pc:sldChg>
      <pc:sldChg chg="add del">
        <pc:chgData name="Frederick, Michael" userId="a19ffb3c-b041-4650-bd4c-44ca687be875" providerId="ADAL" clId="{27EDE327-7F90-4ECA-BA00-0ED99CE8D11A}" dt="2026-01-29T03:53:54.266" v="15907" actId="47"/>
        <pc:sldMkLst>
          <pc:docMk/>
          <pc:sldMk cId="170003478" sldId="387"/>
        </pc:sldMkLst>
      </pc:sldChg>
      <pc:sldChg chg="addSp delSp modSp add mod">
        <pc:chgData name="Frederick, Michael" userId="a19ffb3c-b041-4650-bd4c-44ca687be875" providerId="ADAL" clId="{27EDE327-7F90-4ECA-BA00-0ED99CE8D11A}" dt="2026-01-28T14:17:46.810" v="15461"/>
        <pc:sldMkLst>
          <pc:docMk/>
          <pc:sldMk cId="3281189859" sldId="388"/>
        </pc:sldMkLst>
        <pc:spChg chg="mod">
          <ac:chgData name="Frederick, Michael" userId="a19ffb3c-b041-4650-bd4c-44ca687be875" providerId="ADAL" clId="{27EDE327-7F90-4ECA-BA00-0ED99CE8D11A}" dt="2026-01-28T14:17:41.649" v="15459" actId="20577"/>
          <ac:spMkLst>
            <pc:docMk/>
            <pc:sldMk cId="3281189859" sldId="388"/>
            <ac:spMk id="2" creationId="{A6468D01-5860-29EA-6B37-41D8C76D5245}"/>
          </ac:spMkLst>
        </pc:spChg>
        <pc:picChg chg="add mod">
          <ac:chgData name="Frederick, Michael" userId="a19ffb3c-b041-4650-bd4c-44ca687be875" providerId="ADAL" clId="{27EDE327-7F90-4ECA-BA00-0ED99CE8D11A}" dt="2026-01-28T14:17:28.103" v="15447" actId="1076"/>
          <ac:picMkLst>
            <pc:docMk/>
            <pc:sldMk cId="3281189859" sldId="388"/>
            <ac:picMk id="3" creationId="{F2DCE428-62E0-B42C-C2F2-D88F48BD233E}"/>
          </ac:picMkLst>
        </pc:picChg>
        <pc:picChg chg="add mod">
          <ac:chgData name="Frederick, Michael" userId="a19ffb3c-b041-4650-bd4c-44ca687be875" providerId="ADAL" clId="{27EDE327-7F90-4ECA-BA00-0ED99CE8D11A}" dt="2026-01-28T14:17:46.810" v="15461"/>
          <ac:picMkLst>
            <pc:docMk/>
            <pc:sldMk cId="3281189859" sldId="388"/>
            <ac:picMk id="5" creationId="{2AD2CC7E-B600-9194-3D3E-13C98BFA9545}"/>
          </ac:picMkLst>
        </pc:picChg>
        <pc:picChg chg="del">
          <ac:chgData name="Frederick, Michael" userId="a19ffb3c-b041-4650-bd4c-44ca687be875" providerId="ADAL" clId="{27EDE327-7F90-4ECA-BA00-0ED99CE8D11A}" dt="2026-01-28T14:16:26.471" v="15428" actId="478"/>
          <ac:picMkLst>
            <pc:docMk/>
            <pc:sldMk cId="3281189859" sldId="388"/>
            <ac:picMk id="10" creationId="{A892230C-F40C-C6FF-9361-E42932B81A0D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8T14:19:13.165" v="15511" actId="14100"/>
        <pc:sldMkLst>
          <pc:docMk/>
          <pc:sldMk cId="482145660" sldId="389"/>
        </pc:sldMkLst>
        <pc:spChg chg="mod">
          <ac:chgData name="Frederick, Michael" userId="a19ffb3c-b041-4650-bd4c-44ca687be875" providerId="ADAL" clId="{27EDE327-7F90-4ECA-BA00-0ED99CE8D11A}" dt="2026-01-28T14:18:24.067" v="15502" actId="20577"/>
          <ac:spMkLst>
            <pc:docMk/>
            <pc:sldMk cId="482145660" sldId="389"/>
            <ac:spMk id="2" creationId="{89CC16C0-776C-008E-06E1-C54E0379F577}"/>
          </ac:spMkLst>
        </pc:spChg>
        <pc:picChg chg="del">
          <ac:chgData name="Frederick, Michael" userId="a19ffb3c-b041-4650-bd4c-44ca687be875" providerId="ADAL" clId="{27EDE327-7F90-4ECA-BA00-0ED99CE8D11A}" dt="2026-01-28T14:18:09.161" v="15463" actId="478"/>
          <ac:picMkLst>
            <pc:docMk/>
            <pc:sldMk cId="482145660" sldId="389"/>
            <ac:picMk id="3" creationId="{C5B9710E-F4CA-F39D-3CE5-16DFEF8A4AC4}"/>
          </ac:picMkLst>
        </pc:picChg>
        <pc:picChg chg="add mod">
          <ac:chgData name="Frederick, Michael" userId="a19ffb3c-b041-4650-bd4c-44ca687be875" providerId="ADAL" clId="{27EDE327-7F90-4ECA-BA00-0ED99CE8D11A}" dt="2026-01-28T14:19:13.165" v="15511" actId="14100"/>
          <ac:picMkLst>
            <pc:docMk/>
            <pc:sldMk cId="482145660" sldId="389"/>
            <ac:picMk id="5" creationId="{C03FF7BE-491E-FF30-372B-5520466B802E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8T14:19:04.566" v="15509" actId="1076"/>
        <pc:sldMkLst>
          <pc:docMk/>
          <pc:sldMk cId="2598286742" sldId="390"/>
        </pc:sldMkLst>
        <pc:picChg chg="add mod">
          <ac:chgData name="Frederick, Michael" userId="a19ffb3c-b041-4650-bd4c-44ca687be875" providerId="ADAL" clId="{27EDE327-7F90-4ECA-BA00-0ED99CE8D11A}" dt="2026-01-28T14:19:04.566" v="15509" actId="1076"/>
          <ac:picMkLst>
            <pc:docMk/>
            <pc:sldMk cId="2598286742" sldId="390"/>
            <ac:picMk id="3" creationId="{E7DC2A6B-88A0-FB8E-C991-BB5765DC2C5F}"/>
          </ac:picMkLst>
        </pc:picChg>
        <pc:picChg chg="del">
          <ac:chgData name="Frederick, Michael" userId="a19ffb3c-b041-4650-bd4c-44ca687be875" providerId="ADAL" clId="{27EDE327-7F90-4ECA-BA00-0ED99CE8D11A}" dt="2026-01-28T14:18:40.744" v="15504" actId="478"/>
          <ac:picMkLst>
            <pc:docMk/>
            <pc:sldMk cId="2598286742" sldId="390"/>
            <ac:picMk id="5" creationId="{4508E6BD-4227-FFC3-5118-AEA273461440}"/>
          </ac:picMkLst>
        </pc:picChg>
      </pc:sldChg>
      <pc:sldChg chg="add del">
        <pc:chgData name="Frederick, Michael" userId="a19ffb3c-b041-4650-bd4c-44ca687be875" providerId="ADAL" clId="{27EDE327-7F90-4ECA-BA00-0ED99CE8D11A}" dt="2026-01-28T14:18:44.891" v="15506"/>
        <pc:sldMkLst>
          <pc:docMk/>
          <pc:sldMk cId="156510702" sldId="391"/>
        </pc:sldMkLst>
      </pc:sldChg>
      <pc:sldChg chg="addSp delSp modSp add mod">
        <pc:chgData name="Frederick, Michael" userId="a19ffb3c-b041-4650-bd4c-44ca687be875" providerId="ADAL" clId="{27EDE327-7F90-4ECA-BA00-0ED99CE8D11A}" dt="2026-01-29T04:08:11.322" v="16553"/>
        <pc:sldMkLst>
          <pc:docMk/>
          <pc:sldMk cId="2516859045" sldId="391"/>
        </pc:sldMkLst>
        <pc:spChg chg="mod">
          <ac:chgData name="Frederick, Michael" userId="a19ffb3c-b041-4650-bd4c-44ca687be875" providerId="ADAL" clId="{27EDE327-7F90-4ECA-BA00-0ED99CE8D11A}" dt="2026-01-29T04:08:10.257" v="16552" actId="5793"/>
          <ac:spMkLst>
            <pc:docMk/>
            <pc:sldMk cId="2516859045" sldId="391"/>
            <ac:spMk id="2" creationId="{DD58F91F-829F-C5D0-11F4-EB2A3FBEE7D6}"/>
          </ac:spMkLst>
        </pc:spChg>
        <pc:spChg chg="mod">
          <ac:chgData name="Frederick, Michael" userId="a19ffb3c-b041-4650-bd4c-44ca687be875" providerId="ADAL" clId="{27EDE327-7F90-4ECA-BA00-0ED99CE8D11A}" dt="2026-01-29T04:06:59.007" v="16549" actId="20577"/>
          <ac:spMkLst>
            <pc:docMk/>
            <pc:sldMk cId="2516859045" sldId="391"/>
            <ac:spMk id="4" creationId="{6F8D8863-9B7B-D7F7-C496-840407F20118}"/>
          </ac:spMkLst>
        </pc:spChg>
        <pc:graphicFrameChg chg="add mod">
          <ac:chgData name="Frederick, Michael" userId="a19ffb3c-b041-4650-bd4c-44ca687be875" providerId="ADAL" clId="{27EDE327-7F90-4ECA-BA00-0ED99CE8D11A}" dt="2026-01-29T04:08:11.322" v="16553"/>
          <ac:graphicFrameMkLst>
            <pc:docMk/>
            <pc:sldMk cId="2516859045" sldId="391"/>
            <ac:graphicFrameMk id="5" creationId="{87DDE63E-6758-AE6F-FE3B-FC9A3FEA7292}"/>
          </ac:graphicFrameMkLst>
        </pc:graphicFrameChg>
        <pc:picChg chg="del">
          <ac:chgData name="Frederick, Michael" userId="a19ffb3c-b041-4650-bd4c-44ca687be875" providerId="ADAL" clId="{27EDE327-7F90-4ECA-BA00-0ED99CE8D11A}" dt="2026-01-29T03:55:17.833" v="15909" actId="478"/>
          <ac:picMkLst>
            <pc:docMk/>
            <pc:sldMk cId="2516859045" sldId="391"/>
            <ac:picMk id="3" creationId="{229D0C36-0ED2-A97E-6B27-EBDACC77E627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4:19:17.889" v="16577" actId="478"/>
        <pc:sldMkLst>
          <pc:docMk/>
          <pc:sldMk cId="3959227294" sldId="392"/>
        </pc:sldMkLst>
        <pc:spChg chg="mod">
          <ac:chgData name="Frederick, Michael" userId="a19ffb3c-b041-4650-bd4c-44ca687be875" providerId="ADAL" clId="{27EDE327-7F90-4ECA-BA00-0ED99CE8D11A}" dt="2026-01-29T04:17:24.561" v="16556" actId="6549"/>
          <ac:spMkLst>
            <pc:docMk/>
            <pc:sldMk cId="3959227294" sldId="392"/>
            <ac:spMk id="2" creationId="{C0E35CF5-56D4-7C7B-9903-CCE5C12D177C}"/>
          </ac:spMkLst>
        </pc:spChg>
        <pc:graphicFrameChg chg="del">
          <ac:chgData name="Frederick, Michael" userId="a19ffb3c-b041-4650-bd4c-44ca687be875" providerId="ADAL" clId="{27EDE327-7F90-4ECA-BA00-0ED99CE8D11A}" dt="2026-01-29T04:17:21.409" v="16555" actId="478"/>
          <ac:graphicFrameMkLst>
            <pc:docMk/>
            <pc:sldMk cId="3959227294" sldId="392"/>
            <ac:graphicFrameMk id="5" creationId="{8FD38AC7-6676-9480-1388-F5547DC93FC1}"/>
          </ac:graphicFrameMkLst>
        </pc:graphicFrameChg>
        <pc:picChg chg="add mod">
          <ac:chgData name="Frederick, Michael" userId="a19ffb3c-b041-4650-bd4c-44ca687be875" providerId="ADAL" clId="{27EDE327-7F90-4ECA-BA00-0ED99CE8D11A}" dt="2026-01-29T04:17:38.797" v="16559" actId="1076"/>
          <ac:picMkLst>
            <pc:docMk/>
            <pc:sldMk cId="3959227294" sldId="392"/>
            <ac:picMk id="3" creationId="{4FDB412D-2BAA-7437-08F7-2893A39684AE}"/>
          </ac:picMkLst>
        </pc:picChg>
        <pc:picChg chg="add del mod">
          <ac:chgData name="Frederick, Michael" userId="a19ffb3c-b041-4650-bd4c-44ca687be875" providerId="ADAL" clId="{27EDE327-7F90-4ECA-BA00-0ED99CE8D11A}" dt="2026-01-29T04:19:17.889" v="16577" actId="478"/>
          <ac:picMkLst>
            <pc:docMk/>
            <pc:sldMk cId="3959227294" sldId="392"/>
            <ac:picMk id="6" creationId="{26E3AB61-5F3A-7226-CC53-2C1605DFF416}"/>
          </ac:picMkLst>
        </pc:picChg>
        <pc:picChg chg="add mod">
          <ac:chgData name="Frederick, Michael" userId="a19ffb3c-b041-4650-bd4c-44ca687be875" providerId="ADAL" clId="{27EDE327-7F90-4ECA-BA00-0ED99CE8D11A}" dt="2026-01-29T04:19:17.194" v="16576"/>
          <ac:picMkLst>
            <pc:docMk/>
            <pc:sldMk cId="3959227294" sldId="392"/>
            <ac:picMk id="8" creationId="{4AF608F3-67D1-24B0-9610-92E8A9AFBF7C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4:20:14.060" v="16593" actId="1076"/>
        <pc:sldMkLst>
          <pc:docMk/>
          <pc:sldMk cId="1808476365" sldId="393"/>
        </pc:sldMkLst>
        <pc:picChg chg="del">
          <ac:chgData name="Frederick, Michael" userId="a19ffb3c-b041-4650-bd4c-44ca687be875" providerId="ADAL" clId="{27EDE327-7F90-4ECA-BA00-0ED99CE8D11A}" dt="2026-01-29T04:19:27.251" v="16579" actId="478"/>
          <ac:picMkLst>
            <pc:docMk/>
            <pc:sldMk cId="1808476365" sldId="393"/>
            <ac:picMk id="3" creationId="{2410625D-6A96-5B87-01B7-6850A8864E31}"/>
          </ac:picMkLst>
        </pc:picChg>
        <pc:picChg chg="add mod">
          <ac:chgData name="Frederick, Michael" userId="a19ffb3c-b041-4650-bd4c-44ca687be875" providerId="ADAL" clId="{27EDE327-7F90-4ECA-BA00-0ED99CE8D11A}" dt="2026-01-29T04:19:40.932" v="16583" actId="1076"/>
          <ac:picMkLst>
            <pc:docMk/>
            <pc:sldMk cId="1808476365" sldId="393"/>
            <ac:picMk id="5" creationId="{87940BA1-C245-8AB1-4316-DD06578980B2}"/>
          </ac:picMkLst>
        </pc:picChg>
        <pc:picChg chg="del">
          <ac:chgData name="Frederick, Michael" userId="a19ffb3c-b041-4650-bd4c-44ca687be875" providerId="ADAL" clId="{27EDE327-7F90-4ECA-BA00-0ED99CE8D11A}" dt="2026-01-29T04:19:27.839" v="16580" actId="478"/>
          <ac:picMkLst>
            <pc:docMk/>
            <pc:sldMk cId="1808476365" sldId="393"/>
            <ac:picMk id="6" creationId="{0E567119-280C-526C-1F34-581165BB0AE9}"/>
          </ac:picMkLst>
        </pc:picChg>
        <pc:picChg chg="add mod">
          <ac:chgData name="Frederick, Michael" userId="a19ffb3c-b041-4650-bd4c-44ca687be875" providerId="ADAL" clId="{27EDE327-7F90-4ECA-BA00-0ED99CE8D11A}" dt="2026-01-29T04:19:53.756" v="16588" actId="1076"/>
          <ac:picMkLst>
            <pc:docMk/>
            <pc:sldMk cId="1808476365" sldId="393"/>
            <ac:picMk id="8" creationId="{9446BFE3-873C-0039-57BF-03CCDA76F9EF}"/>
          </ac:picMkLst>
        </pc:picChg>
        <pc:picChg chg="add mod">
          <ac:chgData name="Frederick, Michael" userId="a19ffb3c-b041-4650-bd4c-44ca687be875" providerId="ADAL" clId="{27EDE327-7F90-4ECA-BA00-0ED99CE8D11A}" dt="2026-01-29T04:20:14.060" v="16593" actId="1076"/>
          <ac:picMkLst>
            <pc:docMk/>
            <pc:sldMk cId="1808476365" sldId="393"/>
            <ac:picMk id="9" creationId="{4C505F1F-021F-57F0-B8E8-C8C60D35AEE7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7:57:24.044" v="19774" actId="115"/>
        <pc:sldMkLst>
          <pc:docMk/>
          <pc:sldMk cId="1348814250" sldId="394"/>
        </pc:sldMkLst>
        <pc:spChg chg="mod">
          <ac:chgData name="Frederick, Michael" userId="a19ffb3c-b041-4650-bd4c-44ca687be875" providerId="ADAL" clId="{27EDE327-7F90-4ECA-BA00-0ED99CE8D11A}" dt="2026-01-29T07:57:24.044" v="19774" actId="115"/>
          <ac:spMkLst>
            <pc:docMk/>
            <pc:sldMk cId="1348814250" sldId="394"/>
            <ac:spMk id="2" creationId="{0F9D815B-60F4-2788-F0CF-14A244CC4007}"/>
          </ac:spMkLst>
        </pc:spChg>
        <pc:picChg chg="add mod">
          <ac:chgData name="Frederick, Michael" userId="a19ffb3c-b041-4650-bd4c-44ca687be875" providerId="ADAL" clId="{27EDE327-7F90-4ECA-BA00-0ED99CE8D11A}" dt="2026-01-29T05:03:31.827" v="17796" actId="1076"/>
          <ac:picMkLst>
            <pc:docMk/>
            <pc:sldMk cId="1348814250" sldId="394"/>
            <ac:picMk id="5" creationId="{AB5E5436-0CCC-0B30-FAE9-13E6D1E60FCB}"/>
          </ac:picMkLst>
        </pc:picChg>
        <pc:picChg chg="del">
          <ac:chgData name="Frederick, Michael" userId="a19ffb3c-b041-4650-bd4c-44ca687be875" providerId="ADAL" clId="{27EDE327-7F90-4ECA-BA00-0ED99CE8D11A}" dt="2026-01-29T05:03:18.256" v="17792" actId="478"/>
          <ac:picMkLst>
            <pc:docMk/>
            <pc:sldMk cId="1348814250" sldId="394"/>
            <ac:picMk id="6" creationId="{53B386DD-200D-8ABB-905A-52DCE18F05F2}"/>
          </ac:picMkLst>
        </pc:picChg>
        <pc:picChg chg="del">
          <ac:chgData name="Frederick, Michael" userId="a19ffb3c-b041-4650-bd4c-44ca687be875" providerId="ADAL" clId="{27EDE327-7F90-4ECA-BA00-0ED99CE8D11A}" dt="2026-01-29T05:03:59.876" v="17797" actId="478"/>
          <ac:picMkLst>
            <pc:docMk/>
            <pc:sldMk cId="1348814250" sldId="394"/>
            <ac:picMk id="9" creationId="{57FD43FB-60E4-5476-A26A-72BE432DB1AA}"/>
          </ac:picMkLst>
        </pc:picChg>
        <pc:picChg chg="add mod">
          <ac:chgData name="Frederick, Michael" userId="a19ffb3c-b041-4650-bd4c-44ca687be875" providerId="ADAL" clId="{27EDE327-7F90-4ECA-BA00-0ED99CE8D11A}" dt="2026-01-29T05:04:18.924" v="17804" actId="1037"/>
          <ac:picMkLst>
            <pc:docMk/>
            <pc:sldMk cId="1348814250" sldId="394"/>
            <ac:picMk id="10" creationId="{EA35B813-6E32-2263-58E2-41BDAF2EB74E}"/>
          </ac:picMkLst>
        </pc:picChg>
        <pc:picChg chg="del">
          <ac:chgData name="Frederick, Michael" userId="a19ffb3c-b041-4650-bd4c-44ca687be875" providerId="ADAL" clId="{27EDE327-7F90-4ECA-BA00-0ED99CE8D11A}" dt="2026-01-29T05:04:40.309" v="17805" actId="478"/>
          <ac:picMkLst>
            <pc:docMk/>
            <pc:sldMk cId="1348814250" sldId="394"/>
            <ac:picMk id="11" creationId="{BF52F6B0-15BD-0FE2-89C8-827C402475C2}"/>
          </ac:picMkLst>
        </pc:picChg>
        <pc:picChg chg="del">
          <ac:chgData name="Frederick, Michael" userId="a19ffb3c-b041-4650-bd4c-44ca687be875" providerId="ADAL" clId="{27EDE327-7F90-4ECA-BA00-0ED99CE8D11A}" dt="2026-01-29T05:05:28.827" v="17812" actId="478"/>
          <ac:picMkLst>
            <pc:docMk/>
            <pc:sldMk cId="1348814250" sldId="394"/>
            <ac:picMk id="13" creationId="{F9B0A906-3E8C-D8E8-68E2-E09AE9A9CE2F}"/>
          </ac:picMkLst>
        </pc:picChg>
        <pc:picChg chg="add mod">
          <ac:chgData name="Frederick, Michael" userId="a19ffb3c-b041-4650-bd4c-44ca687be875" providerId="ADAL" clId="{27EDE327-7F90-4ECA-BA00-0ED99CE8D11A}" dt="2026-01-29T05:04:53.863" v="17811" actId="1076"/>
          <ac:picMkLst>
            <pc:docMk/>
            <pc:sldMk cId="1348814250" sldId="394"/>
            <ac:picMk id="14" creationId="{4D7642A3-B162-950A-34BF-B47B02EE8F67}"/>
          </ac:picMkLst>
        </pc:picChg>
        <pc:picChg chg="add mod">
          <ac:chgData name="Frederick, Michael" userId="a19ffb3c-b041-4650-bd4c-44ca687be875" providerId="ADAL" clId="{27EDE327-7F90-4ECA-BA00-0ED99CE8D11A}" dt="2026-01-29T05:05:42.190" v="17817" actId="14100"/>
          <ac:picMkLst>
            <pc:docMk/>
            <pc:sldMk cId="1348814250" sldId="394"/>
            <ac:picMk id="16" creationId="{29BA450D-4CFE-688A-7E38-2427D1E1E6DC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6:08:19.859" v="19397" actId="5793"/>
        <pc:sldMkLst>
          <pc:docMk/>
          <pc:sldMk cId="4267172747" sldId="395"/>
        </pc:sldMkLst>
        <pc:spChg chg="mod">
          <ac:chgData name="Frederick, Michael" userId="a19ffb3c-b041-4650-bd4c-44ca687be875" providerId="ADAL" clId="{27EDE327-7F90-4ECA-BA00-0ED99CE8D11A}" dt="2026-01-29T06:08:19.859" v="19397" actId="5793"/>
          <ac:spMkLst>
            <pc:docMk/>
            <pc:sldMk cId="4267172747" sldId="395"/>
            <ac:spMk id="2" creationId="{F4874065-97D6-4E70-F26B-55F282F682B1}"/>
          </ac:spMkLst>
        </pc:spChg>
        <pc:spChg chg="mod">
          <ac:chgData name="Frederick, Michael" userId="a19ffb3c-b041-4650-bd4c-44ca687be875" providerId="ADAL" clId="{27EDE327-7F90-4ECA-BA00-0ED99CE8D11A}" dt="2026-01-29T06:06:09.829" v="19356" actId="20577"/>
          <ac:spMkLst>
            <pc:docMk/>
            <pc:sldMk cId="4267172747" sldId="395"/>
            <ac:spMk id="4" creationId="{3152360C-313C-4880-4FAA-B45BA662C168}"/>
          </ac:spMkLst>
        </pc:spChg>
        <pc:picChg chg="add mod">
          <ac:chgData name="Frederick, Michael" userId="a19ffb3c-b041-4650-bd4c-44ca687be875" providerId="ADAL" clId="{27EDE327-7F90-4ECA-BA00-0ED99CE8D11A}" dt="2026-01-29T06:07:27.902" v="19375" actId="14100"/>
          <ac:picMkLst>
            <pc:docMk/>
            <pc:sldMk cId="4267172747" sldId="395"/>
            <ac:picMk id="3" creationId="{4A5FFDB9-DDDD-6180-9CFB-507315CB32AD}"/>
          </ac:picMkLst>
        </pc:picChg>
        <pc:picChg chg="del">
          <ac:chgData name="Frederick, Michael" userId="a19ffb3c-b041-4650-bd4c-44ca687be875" providerId="ADAL" clId="{27EDE327-7F90-4ECA-BA00-0ED99CE8D11A}" dt="2026-01-29T06:06:13.513" v="19358" actId="478"/>
          <ac:picMkLst>
            <pc:docMk/>
            <pc:sldMk cId="4267172747" sldId="395"/>
            <ac:picMk id="5" creationId="{D5F14CF0-E745-7A52-7AF7-130C1C2D0BF2}"/>
          </ac:picMkLst>
        </pc:picChg>
        <pc:picChg chg="add mod">
          <ac:chgData name="Frederick, Michael" userId="a19ffb3c-b041-4650-bd4c-44ca687be875" providerId="ADAL" clId="{27EDE327-7F90-4ECA-BA00-0ED99CE8D11A}" dt="2026-01-29T06:07:30.126" v="19376" actId="1076"/>
          <ac:picMkLst>
            <pc:docMk/>
            <pc:sldMk cId="4267172747" sldId="395"/>
            <ac:picMk id="6" creationId="{94AFF08B-ED4D-63FD-A9C9-A2A1103483C8}"/>
          </ac:picMkLst>
        </pc:picChg>
        <pc:picChg chg="del">
          <ac:chgData name="Frederick, Michael" userId="a19ffb3c-b041-4650-bd4c-44ca687be875" providerId="ADAL" clId="{27EDE327-7F90-4ECA-BA00-0ED99CE8D11A}" dt="2026-01-29T06:06:12.470" v="19357" actId="478"/>
          <ac:picMkLst>
            <pc:docMk/>
            <pc:sldMk cId="4267172747" sldId="395"/>
            <ac:picMk id="8" creationId="{375449F4-B84D-C645-5CD8-8361FDCEC85E}"/>
          </ac:picMkLst>
        </pc:picChg>
        <pc:picChg chg="del">
          <ac:chgData name="Frederick, Michael" userId="a19ffb3c-b041-4650-bd4c-44ca687be875" providerId="ADAL" clId="{27EDE327-7F90-4ECA-BA00-0ED99CE8D11A}" dt="2026-01-29T06:06:14.338" v="19359" actId="478"/>
          <ac:picMkLst>
            <pc:docMk/>
            <pc:sldMk cId="4267172747" sldId="395"/>
            <ac:picMk id="9" creationId="{FD9BBD94-3DDA-1BB1-E812-004E0C363394}"/>
          </ac:picMkLst>
        </pc:picChg>
        <pc:picChg chg="add mod">
          <ac:chgData name="Frederick, Michael" userId="a19ffb3c-b041-4650-bd4c-44ca687be875" providerId="ADAL" clId="{27EDE327-7F90-4ECA-BA00-0ED99CE8D11A}" dt="2026-01-29T06:07:46.254" v="19379" actId="1076"/>
          <ac:picMkLst>
            <pc:docMk/>
            <pc:sldMk cId="4267172747" sldId="395"/>
            <ac:picMk id="10" creationId="{AA09D093-418F-4464-53C5-819C521729B6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6:14:18.340" v="19446" actId="20577"/>
        <pc:sldMkLst>
          <pc:docMk/>
          <pc:sldMk cId="1908742172" sldId="396"/>
        </pc:sldMkLst>
        <pc:spChg chg="mod">
          <ac:chgData name="Frederick, Michael" userId="a19ffb3c-b041-4650-bd4c-44ca687be875" providerId="ADAL" clId="{27EDE327-7F90-4ECA-BA00-0ED99CE8D11A}" dt="2026-01-29T06:14:18.340" v="19446" actId="20577"/>
          <ac:spMkLst>
            <pc:docMk/>
            <pc:sldMk cId="1908742172" sldId="396"/>
            <ac:spMk id="2" creationId="{84E61730-1D6C-6A24-77F4-C20311D8785B}"/>
          </ac:spMkLst>
        </pc:spChg>
        <pc:picChg chg="del">
          <ac:chgData name="Frederick, Michael" userId="a19ffb3c-b041-4650-bd4c-44ca687be875" providerId="ADAL" clId="{27EDE327-7F90-4ECA-BA00-0ED99CE8D11A}" dt="2026-01-29T06:12:28.568" v="19431" actId="478"/>
          <ac:picMkLst>
            <pc:docMk/>
            <pc:sldMk cId="1908742172" sldId="396"/>
            <ac:picMk id="3" creationId="{C6E1346A-586E-FEFC-8FCC-2EC579194276}"/>
          </ac:picMkLst>
        </pc:picChg>
        <pc:picChg chg="add mod">
          <ac:chgData name="Frederick, Michael" userId="a19ffb3c-b041-4650-bd4c-44ca687be875" providerId="ADAL" clId="{27EDE327-7F90-4ECA-BA00-0ED99CE8D11A}" dt="2026-01-29T06:12:59.025" v="19442" actId="1076"/>
          <ac:picMkLst>
            <pc:docMk/>
            <pc:sldMk cId="1908742172" sldId="396"/>
            <ac:picMk id="5" creationId="{993AA3CE-1309-BC85-41A0-BB5450B4F46D}"/>
          </ac:picMkLst>
        </pc:picChg>
        <pc:picChg chg="del">
          <ac:chgData name="Frederick, Michael" userId="a19ffb3c-b041-4650-bd4c-44ca687be875" providerId="ADAL" clId="{27EDE327-7F90-4ECA-BA00-0ED99CE8D11A}" dt="2026-01-29T06:12:32.475" v="19433" actId="478"/>
          <ac:picMkLst>
            <pc:docMk/>
            <pc:sldMk cId="1908742172" sldId="396"/>
            <ac:picMk id="6" creationId="{9DC37701-17B9-0784-A5A4-73AF9B3057F1}"/>
          </ac:picMkLst>
        </pc:picChg>
        <pc:picChg chg="add mod">
          <ac:chgData name="Frederick, Michael" userId="a19ffb3c-b041-4650-bd4c-44ca687be875" providerId="ADAL" clId="{27EDE327-7F90-4ECA-BA00-0ED99CE8D11A}" dt="2026-01-29T06:13:06.376" v="19444" actId="14100"/>
          <ac:picMkLst>
            <pc:docMk/>
            <pc:sldMk cId="1908742172" sldId="396"/>
            <ac:picMk id="8" creationId="{D0B90812-4CA1-C87C-E13E-1BA06C429A7B}"/>
          </ac:picMkLst>
        </pc:picChg>
        <pc:picChg chg="del">
          <ac:chgData name="Frederick, Michael" userId="a19ffb3c-b041-4650-bd4c-44ca687be875" providerId="ADAL" clId="{27EDE327-7F90-4ECA-BA00-0ED99CE8D11A}" dt="2026-01-29T06:12:34.484" v="19434" actId="478"/>
          <ac:picMkLst>
            <pc:docMk/>
            <pc:sldMk cId="1908742172" sldId="396"/>
            <ac:picMk id="10" creationId="{53AD2460-E6FE-3123-38A8-CF1071C63831}"/>
          </ac:picMkLst>
        </pc:picChg>
      </pc:sldChg>
      <pc:sldChg chg="add del">
        <pc:chgData name="Frederick, Michael" userId="a19ffb3c-b041-4650-bd4c-44ca687be875" providerId="ADAL" clId="{27EDE327-7F90-4ECA-BA00-0ED99CE8D11A}" dt="2026-01-29T06:06:17.840" v="19361"/>
        <pc:sldMkLst>
          <pc:docMk/>
          <pc:sldMk cId="3425418817" sldId="396"/>
        </pc:sldMkLst>
      </pc:sldChg>
      <pc:sldChg chg="addSp delSp modSp add mod">
        <pc:chgData name="Frederick, Michael" userId="a19ffb3c-b041-4650-bd4c-44ca687be875" providerId="ADAL" clId="{27EDE327-7F90-4ECA-BA00-0ED99CE8D11A}" dt="2026-01-29T06:14:47.386" v="19497" actId="1076"/>
        <pc:sldMkLst>
          <pc:docMk/>
          <pc:sldMk cId="2007984454" sldId="397"/>
        </pc:sldMkLst>
        <pc:spChg chg="mod">
          <ac:chgData name="Frederick, Michael" userId="a19ffb3c-b041-4650-bd4c-44ca687be875" providerId="ADAL" clId="{27EDE327-7F90-4ECA-BA00-0ED99CE8D11A}" dt="2026-01-29T06:14:33.210" v="19492" actId="20577"/>
          <ac:spMkLst>
            <pc:docMk/>
            <pc:sldMk cId="2007984454" sldId="397"/>
            <ac:spMk id="2" creationId="{157B2162-3A5C-D1C8-F88F-6DF12FA4B11D}"/>
          </ac:spMkLst>
        </pc:spChg>
        <pc:picChg chg="add mod">
          <ac:chgData name="Frederick, Michael" userId="a19ffb3c-b041-4650-bd4c-44ca687be875" providerId="ADAL" clId="{27EDE327-7F90-4ECA-BA00-0ED99CE8D11A}" dt="2026-01-29T06:14:47.386" v="19497" actId="1076"/>
          <ac:picMkLst>
            <pc:docMk/>
            <pc:sldMk cId="2007984454" sldId="397"/>
            <ac:picMk id="3" creationId="{9D05B0C5-3D8F-C773-8AAB-CEFA66B45E0B}"/>
          </ac:picMkLst>
        </pc:picChg>
        <pc:picChg chg="del">
          <ac:chgData name="Frederick, Michael" userId="a19ffb3c-b041-4650-bd4c-44ca687be875" providerId="ADAL" clId="{27EDE327-7F90-4ECA-BA00-0ED99CE8D11A}" dt="2026-01-29T06:14:41.685" v="19494" actId="478"/>
          <ac:picMkLst>
            <pc:docMk/>
            <pc:sldMk cId="2007984454" sldId="397"/>
            <ac:picMk id="5" creationId="{AE6E8DB7-82A6-8626-A53F-12C46A2E4A69}"/>
          </ac:picMkLst>
        </pc:picChg>
        <pc:picChg chg="del">
          <ac:chgData name="Frederick, Michael" userId="a19ffb3c-b041-4650-bd4c-44ca687be875" providerId="ADAL" clId="{27EDE327-7F90-4ECA-BA00-0ED99CE8D11A}" dt="2026-01-29T06:14:40.543" v="19493" actId="478"/>
          <ac:picMkLst>
            <pc:docMk/>
            <pc:sldMk cId="2007984454" sldId="397"/>
            <ac:picMk id="8" creationId="{986F4A94-9BC7-ABCF-BD11-8D5C5B2835D0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6:17:28.265" v="19546"/>
        <pc:sldMkLst>
          <pc:docMk/>
          <pc:sldMk cId="1067041453" sldId="398"/>
        </pc:sldMkLst>
        <pc:spChg chg="mod">
          <ac:chgData name="Frederick, Michael" userId="a19ffb3c-b041-4650-bd4c-44ca687be875" providerId="ADAL" clId="{27EDE327-7F90-4ECA-BA00-0ED99CE8D11A}" dt="2026-01-29T06:15:28.950" v="19534" actId="20577"/>
          <ac:spMkLst>
            <pc:docMk/>
            <pc:sldMk cId="1067041453" sldId="398"/>
            <ac:spMk id="2" creationId="{B7C73EC9-055A-6172-A3A7-B13CE244B048}"/>
          </ac:spMkLst>
        </pc:spChg>
        <pc:picChg chg="del">
          <ac:chgData name="Frederick, Michael" userId="a19ffb3c-b041-4650-bd4c-44ca687be875" providerId="ADAL" clId="{27EDE327-7F90-4ECA-BA00-0ED99CE8D11A}" dt="2026-01-29T06:15:58.650" v="19535" actId="478"/>
          <ac:picMkLst>
            <pc:docMk/>
            <pc:sldMk cId="1067041453" sldId="398"/>
            <ac:picMk id="3" creationId="{70934F2E-26C1-97A3-84CF-2C1AB8D740A4}"/>
          </ac:picMkLst>
        </pc:picChg>
        <pc:picChg chg="add mod">
          <ac:chgData name="Frederick, Michael" userId="a19ffb3c-b041-4650-bd4c-44ca687be875" providerId="ADAL" clId="{27EDE327-7F90-4ECA-BA00-0ED99CE8D11A}" dt="2026-01-29T06:16:07.913" v="19539" actId="1076"/>
          <ac:picMkLst>
            <pc:docMk/>
            <pc:sldMk cId="1067041453" sldId="398"/>
            <ac:picMk id="5" creationId="{CEC0D08D-C7DD-6F65-7E5F-C376D06012C6}"/>
          </ac:picMkLst>
        </pc:picChg>
        <pc:picChg chg="add mod">
          <ac:chgData name="Frederick, Michael" userId="a19ffb3c-b041-4650-bd4c-44ca687be875" providerId="ADAL" clId="{27EDE327-7F90-4ECA-BA00-0ED99CE8D11A}" dt="2026-01-29T06:16:27.681" v="19544" actId="1076"/>
          <ac:picMkLst>
            <pc:docMk/>
            <pc:sldMk cId="1067041453" sldId="398"/>
            <ac:picMk id="6" creationId="{FD5D6DDE-3E63-7679-1DF9-3AC832D9FB02}"/>
          </ac:picMkLst>
        </pc:picChg>
        <pc:picChg chg="add mod">
          <ac:chgData name="Frederick, Michael" userId="a19ffb3c-b041-4650-bd4c-44ca687be875" providerId="ADAL" clId="{27EDE327-7F90-4ECA-BA00-0ED99CE8D11A}" dt="2026-01-29T06:17:28.265" v="19546"/>
          <ac:picMkLst>
            <pc:docMk/>
            <pc:sldMk cId="1067041453" sldId="398"/>
            <ac:picMk id="8" creationId="{570B60D8-D5A5-9F9C-FE77-19AB0C2B87A0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6:22:15.223" v="19595" actId="1035"/>
        <pc:sldMkLst>
          <pc:docMk/>
          <pc:sldMk cId="3908118966" sldId="399"/>
        </pc:sldMkLst>
        <pc:spChg chg="mod">
          <ac:chgData name="Frederick, Michael" userId="a19ffb3c-b041-4650-bd4c-44ca687be875" providerId="ADAL" clId="{27EDE327-7F90-4ECA-BA00-0ED99CE8D11A}" dt="2026-01-29T06:18:12.167" v="19556" actId="20577"/>
          <ac:spMkLst>
            <pc:docMk/>
            <pc:sldMk cId="3908118966" sldId="399"/>
            <ac:spMk id="2" creationId="{E118C7AD-3637-BB9B-53CF-29E2AC409EAD}"/>
          </ac:spMkLst>
        </pc:spChg>
        <pc:picChg chg="add mod">
          <ac:chgData name="Frederick, Michael" userId="a19ffb3c-b041-4650-bd4c-44ca687be875" providerId="ADAL" clId="{27EDE327-7F90-4ECA-BA00-0ED99CE8D11A}" dt="2026-01-29T06:20:07.435" v="19565" actId="1076"/>
          <ac:picMkLst>
            <pc:docMk/>
            <pc:sldMk cId="3908118966" sldId="399"/>
            <ac:picMk id="3" creationId="{1EE7D6DA-46D2-B7AE-5574-F175909A8C64}"/>
          </ac:picMkLst>
        </pc:picChg>
        <pc:picChg chg="del">
          <ac:chgData name="Frederick, Michael" userId="a19ffb3c-b041-4650-bd4c-44ca687be875" providerId="ADAL" clId="{27EDE327-7F90-4ECA-BA00-0ED99CE8D11A}" dt="2026-01-29T06:19:45.028" v="19557" actId="478"/>
          <ac:picMkLst>
            <pc:docMk/>
            <pc:sldMk cId="3908118966" sldId="399"/>
            <ac:picMk id="5" creationId="{880E1F5E-1C40-95F0-8CE8-1EEC8F233257}"/>
          </ac:picMkLst>
        </pc:picChg>
        <pc:picChg chg="del">
          <ac:chgData name="Frederick, Michael" userId="a19ffb3c-b041-4650-bd4c-44ca687be875" providerId="ADAL" clId="{27EDE327-7F90-4ECA-BA00-0ED99CE8D11A}" dt="2026-01-29T06:19:45.855" v="19558" actId="478"/>
          <ac:picMkLst>
            <pc:docMk/>
            <pc:sldMk cId="3908118966" sldId="399"/>
            <ac:picMk id="6" creationId="{DD752821-87EE-02F5-0727-6D1DB78A1EEE}"/>
          </ac:picMkLst>
        </pc:picChg>
        <pc:picChg chg="add mod">
          <ac:chgData name="Frederick, Michael" userId="a19ffb3c-b041-4650-bd4c-44ca687be875" providerId="ADAL" clId="{27EDE327-7F90-4ECA-BA00-0ED99CE8D11A}" dt="2026-01-29T06:22:12.817" v="19593" actId="1036"/>
          <ac:picMkLst>
            <pc:docMk/>
            <pc:sldMk cId="3908118966" sldId="399"/>
            <ac:picMk id="8" creationId="{01A9C5FD-A4F3-8613-5447-6FDA8DB680D6}"/>
          </ac:picMkLst>
        </pc:picChg>
        <pc:picChg chg="add mod">
          <ac:chgData name="Frederick, Michael" userId="a19ffb3c-b041-4650-bd4c-44ca687be875" providerId="ADAL" clId="{27EDE327-7F90-4ECA-BA00-0ED99CE8D11A}" dt="2026-01-29T06:20:47.009" v="19575" actId="1076"/>
          <ac:picMkLst>
            <pc:docMk/>
            <pc:sldMk cId="3908118966" sldId="399"/>
            <ac:picMk id="9" creationId="{480A7FCE-2334-5F0D-1084-BAA7B8A6FE9C}"/>
          </ac:picMkLst>
        </pc:picChg>
        <pc:picChg chg="add mod">
          <ac:chgData name="Frederick, Michael" userId="a19ffb3c-b041-4650-bd4c-44ca687be875" providerId="ADAL" clId="{27EDE327-7F90-4ECA-BA00-0ED99CE8D11A}" dt="2026-01-29T06:21:07.180" v="19581" actId="1076"/>
          <ac:picMkLst>
            <pc:docMk/>
            <pc:sldMk cId="3908118966" sldId="399"/>
            <ac:picMk id="10" creationId="{78E5BD35-0BEF-8A4F-097A-0DDA74355B09}"/>
          </ac:picMkLst>
        </pc:picChg>
        <pc:picChg chg="add mod">
          <ac:chgData name="Frederick, Michael" userId="a19ffb3c-b041-4650-bd4c-44ca687be875" providerId="ADAL" clId="{27EDE327-7F90-4ECA-BA00-0ED99CE8D11A}" dt="2026-01-29T06:22:15.223" v="19595" actId="1035"/>
          <ac:picMkLst>
            <pc:docMk/>
            <pc:sldMk cId="3908118966" sldId="399"/>
            <ac:picMk id="11" creationId="{CB70226C-3AB4-B761-82D7-652C326160DA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7:47:48.945" v="19660" actId="1076"/>
        <pc:sldMkLst>
          <pc:docMk/>
          <pc:sldMk cId="1044188920" sldId="400"/>
        </pc:sldMkLst>
        <pc:spChg chg="mod">
          <ac:chgData name="Frederick, Michael" userId="a19ffb3c-b041-4650-bd4c-44ca687be875" providerId="ADAL" clId="{27EDE327-7F90-4ECA-BA00-0ED99CE8D11A}" dt="2026-01-29T07:45:00.372" v="19631" actId="20577"/>
          <ac:spMkLst>
            <pc:docMk/>
            <pc:sldMk cId="1044188920" sldId="400"/>
            <ac:spMk id="2" creationId="{4764FEF6-A6CB-2ACD-C0E1-9D599F74A57E}"/>
          </ac:spMkLst>
        </pc:spChg>
        <pc:picChg chg="del">
          <ac:chgData name="Frederick, Michael" userId="a19ffb3c-b041-4650-bd4c-44ca687be875" providerId="ADAL" clId="{27EDE327-7F90-4ECA-BA00-0ED99CE8D11A}" dt="2026-01-29T07:45:02.622" v="19632" actId="478"/>
          <ac:picMkLst>
            <pc:docMk/>
            <pc:sldMk cId="1044188920" sldId="400"/>
            <ac:picMk id="3" creationId="{668DFDD4-65D2-45C9-4B27-D22DCDDB8146}"/>
          </ac:picMkLst>
        </pc:picChg>
        <pc:picChg chg="add mod">
          <ac:chgData name="Frederick, Michael" userId="a19ffb3c-b041-4650-bd4c-44ca687be875" providerId="ADAL" clId="{27EDE327-7F90-4ECA-BA00-0ED99CE8D11A}" dt="2026-01-29T07:46:42.179" v="19645" actId="14100"/>
          <ac:picMkLst>
            <pc:docMk/>
            <pc:sldMk cId="1044188920" sldId="400"/>
            <ac:picMk id="5" creationId="{8BD82F39-9772-B0D3-57E2-3DFED9C16A35}"/>
          </ac:picMkLst>
        </pc:picChg>
        <pc:picChg chg="del">
          <ac:chgData name="Frederick, Michael" userId="a19ffb3c-b041-4650-bd4c-44ca687be875" providerId="ADAL" clId="{27EDE327-7F90-4ECA-BA00-0ED99CE8D11A}" dt="2026-01-29T07:45:04.294" v="19634" actId="478"/>
          <ac:picMkLst>
            <pc:docMk/>
            <pc:sldMk cId="1044188920" sldId="400"/>
            <ac:picMk id="8" creationId="{C3F698EA-4EEB-90FD-C38C-7FD0EFA2F5C8}"/>
          </ac:picMkLst>
        </pc:picChg>
        <pc:picChg chg="del">
          <ac:chgData name="Frederick, Michael" userId="a19ffb3c-b041-4650-bd4c-44ca687be875" providerId="ADAL" clId="{27EDE327-7F90-4ECA-BA00-0ED99CE8D11A}" dt="2026-01-29T07:45:03.551" v="19633" actId="478"/>
          <ac:picMkLst>
            <pc:docMk/>
            <pc:sldMk cId="1044188920" sldId="400"/>
            <ac:picMk id="9" creationId="{CEEA75C7-8AC6-9C5B-C1E7-47306B414ABA}"/>
          </ac:picMkLst>
        </pc:picChg>
        <pc:picChg chg="del">
          <ac:chgData name="Frederick, Michael" userId="a19ffb3c-b041-4650-bd4c-44ca687be875" providerId="ADAL" clId="{27EDE327-7F90-4ECA-BA00-0ED99CE8D11A}" dt="2026-01-29T07:45:05.117" v="19635" actId="478"/>
          <ac:picMkLst>
            <pc:docMk/>
            <pc:sldMk cId="1044188920" sldId="400"/>
            <ac:picMk id="10" creationId="{2823A58D-6E9E-5B68-DCA8-CE4FEF398121}"/>
          </ac:picMkLst>
        </pc:picChg>
        <pc:picChg chg="del">
          <ac:chgData name="Frederick, Michael" userId="a19ffb3c-b041-4650-bd4c-44ca687be875" providerId="ADAL" clId="{27EDE327-7F90-4ECA-BA00-0ED99CE8D11A}" dt="2026-01-29T07:45:05.500" v="19636" actId="478"/>
          <ac:picMkLst>
            <pc:docMk/>
            <pc:sldMk cId="1044188920" sldId="400"/>
            <ac:picMk id="11" creationId="{9473C42C-4795-31A9-2689-C06150FA5A55}"/>
          </ac:picMkLst>
        </pc:picChg>
        <pc:picChg chg="add mod">
          <ac:chgData name="Frederick, Michael" userId="a19ffb3c-b041-4650-bd4c-44ca687be875" providerId="ADAL" clId="{27EDE327-7F90-4ECA-BA00-0ED99CE8D11A}" dt="2026-01-29T07:47:17.557" v="19656" actId="1035"/>
          <ac:picMkLst>
            <pc:docMk/>
            <pc:sldMk cId="1044188920" sldId="400"/>
            <ac:picMk id="12" creationId="{402926A1-A99F-4136-E3CC-2AD2CEE022E7}"/>
          </ac:picMkLst>
        </pc:picChg>
        <pc:picChg chg="add mod">
          <ac:chgData name="Frederick, Michael" userId="a19ffb3c-b041-4650-bd4c-44ca687be875" providerId="ADAL" clId="{27EDE327-7F90-4ECA-BA00-0ED99CE8D11A}" dt="2026-01-29T07:47:19.503" v="19657" actId="1035"/>
          <ac:picMkLst>
            <pc:docMk/>
            <pc:sldMk cId="1044188920" sldId="400"/>
            <ac:picMk id="13" creationId="{64741A7A-AC2E-7CBB-86D8-3D3657F8E10B}"/>
          </ac:picMkLst>
        </pc:picChg>
        <pc:picChg chg="add mod">
          <ac:chgData name="Frederick, Michael" userId="a19ffb3c-b041-4650-bd4c-44ca687be875" providerId="ADAL" clId="{27EDE327-7F90-4ECA-BA00-0ED99CE8D11A}" dt="2026-01-29T07:47:48.945" v="19660" actId="1076"/>
          <ac:picMkLst>
            <pc:docMk/>
            <pc:sldMk cId="1044188920" sldId="400"/>
            <ac:picMk id="14" creationId="{F61332D3-53CE-80C6-80FC-7B0AD31A8B4B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1-29T07:54:41.352" v="19761" actId="20577"/>
        <pc:sldMkLst>
          <pc:docMk/>
          <pc:sldMk cId="94500564" sldId="401"/>
        </pc:sldMkLst>
        <pc:spChg chg="mod">
          <ac:chgData name="Frederick, Michael" userId="a19ffb3c-b041-4650-bd4c-44ca687be875" providerId="ADAL" clId="{27EDE327-7F90-4ECA-BA00-0ED99CE8D11A}" dt="2026-01-29T07:54:41.352" v="19761" actId="20577"/>
          <ac:spMkLst>
            <pc:docMk/>
            <pc:sldMk cId="94500564" sldId="401"/>
            <ac:spMk id="2" creationId="{75C9011F-4CF2-CE04-A8C6-5CC81F2CF1E6}"/>
          </ac:spMkLst>
        </pc:spChg>
        <pc:picChg chg="add mod">
          <ac:chgData name="Frederick, Michael" userId="a19ffb3c-b041-4650-bd4c-44ca687be875" providerId="ADAL" clId="{27EDE327-7F90-4ECA-BA00-0ED99CE8D11A}" dt="2026-01-29T07:52:55.603" v="19720" actId="1076"/>
          <ac:picMkLst>
            <pc:docMk/>
            <pc:sldMk cId="94500564" sldId="401"/>
            <ac:picMk id="3" creationId="{330A375A-7808-6F1E-BA46-DDBDE3393D14}"/>
          </ac:picMkLst>
        </pc:picChg>
        <pc:picChg chg="del">
          <ac:chgData name="Frederick, Michael" userId="a19ffb3c-b041-4650-bd4c-44ca687be875" providerId="ADAL" clId="{27EDE327-7F90-4ECA-BA00-0ED99CE8D11A}" dt="2026-01-29T07:49:10.986" v="19689" actId="478"/>
          <ac:picMkLst>
            <pc:docMk/>
            <pc:sldMk cId="94500564" sldId="401"/>
            <ac:picMk id="5" creationId="{4FF9F5F9-40C3-A97A-B82C-98981938CA75}"/>
          </ac:picMkLst>
        </pc:picChg>
        <pc:picChg chg="add mod">
          <ac:chgData name="Frederick, Michael" userId="a19ffb3c-b041-4650-bd4c-44ca687be875" providerId="ADAL" clId="{27EDE327-7F90-4ECA-BA00-0ED99CE8D11A}" dt="2026-01-29T07:51:24.873" v="19699" actId="1076"/>
          <ac:picMkLst>
            <pc:docMk/>
            <pc:sldMk cId="94500564" sldId="401"/>
            <ac:picMk id="6" creationId="{EDD3A187-960C-D94C-E42E-E34C106D9DFA}"/>
          </ac:picMkLst>
        </pc:picChg>
        <pc:picChg chg="add mod">
          <ac:chgData name="Frederick, Michael" userId="a19ffb3c-b041-4650-bd4c-44ca687be875" providerId="ADAL" clId="{27EDE327-7F90-4ECA-BA00-0ED99CE8D11A}" dt="2026-01-29T07:51:47.142" v="19705" actId="1076"/>
          <ac:picMkLst>
            <pc:docMk/>
            <pc:sldMk cId="94500564" sldId="401"/>
            <ac:picMk id="8" creationId="{B5CB61BC-63D7-EDEE-C13D-283291C8ED8F}"/>
          </ac:picMkLst>
        </pc:picChg>
        <pc:picChg chg="add mod">
          <ac:chgData name="Frederick, Michael" userId="a19ffb3c-b041-4650-bd4c-44ca687be875" providerId="ADAL" clId="{27EDE327-7F90-4ECA-BA00-0ED99CE8D11A}" dt="2026-01-29T07:52:54.668" v="19719" actId="1076"/>
          <ac:picMkLst>
            <pc:docMk/>
            <pc:sldMk cId="94500564" sldId="401"/>
            <ac:picMk id="9" creationId="{0B68ED86-1D76-8AEB-00DD-11E4FFB418AE}"/>
          </ac:picMkLst>
        </pc:picChg>
        <pc:picChg chg="add mod">
          <ac:chgData name="Frederick, Michael" userId="a19ffb3c-b041-4650-bd4c-44ca687be875" providerId="ADAL" clId="{27EDE327-7F90-4ECA-BA00-0ED99CE8D11A}" dt="2026-01-29T07:52:52.291" v="19716"/>
          <ac:picMkLst>
            <pc:docMk/>
            <pc:sldMk cId="94500564" sldId="401"/>
            <ac:picMk id="10" creationId="{027B6E64-C2FB-1EC2-8B6E-110B9796FFF3}"/>
          </ac:picMkLst>
        </pc:picChg>
        <pc:picChg chg="del">
          <ac:chgData name="Frederick, Michael" userId="a19ffb3c-b041-4650-bd4c-44ca687be875" providerId="ADAL" clId="{27EDE327-7F90-4ECA-BA00-0ED99CE8D11A}" dt="2026-01-29T07:49:11.999" v="19690" actId="478"/>
          <ac:picMkLst>
            <pc:docMk/>
            <pc:sldMk cId="94500564" sldId="401"/>
            <ac:picMk id="12" creationId="{74DBE5D5-81E3-C4B8-6AFE-0946C6719B6A}"/>
          </ac:picMkLst>
        </pc:picChg>
        <pc:picChg chg="del">
          <ac:chgData name="Frederick, Michael" userId="a19ffb3c-b041-4650-bd4c-44ca687be875" providerId="ADAL" clId="{27EDE327-7F90-4ECA-BA00-0ED99CE8D11A}" dt="2026-01-29T07:49:12.662" v="19691" actId="478"/>
          <ac:picMkLst>
            <pc:docMk/>
            <pc:sldMk cId="94500564" sldId="401"/>
            <ac:picMk id="13" creationId="{2190BAD3-5FBD-F5EF-43D1-063187D1FB39}"/>
          </ac:picMkLst>
        </pc:picChg>
        <pc:picChg chg="del">
          <ac:chgData name="Frederick, Michael" userId="a19ffb3c-b041-4650-bd4c-44ca687be875" providerId="ADAL" clId="{27EDE327-7F90-4ECA-BA00-0ED99CE8D11A}" dt="2026-01-29T07:49:13.522" v="19692" actId="478"/>
          <ac:picMkLst>
            <pc:docMk/>
            <pc:sldMk cId="94500564" sldId="401"/>
            <ac:picMk id="14" creationId="{AF866350-5C11-0A82-A9F3-858234C28A7F}"/>
          </ac:picMkLst>
        </pc:picChg>
      </pc:sldChg>
      <pc:sldChg chg="add del">
        <pc:chgData name="Frederick, Michael" userId="a19ffb3c-b041-4650-bd4c-44ca687be875" providerId="ADAL" clId="{27EDE327-7F90-4ECA-BA00-0ED99CE8D11A}" dt="2026-01-29T07:45:19.461" v="19638"/>
        <pc:sldMkLst>
          <pc:docMk/>
          <pc:sldMk cId="1137686472" sldId="401"/>
        </pc:sldMkLst>
      </pc:sldChg>
      <pc:sldChg chg="addSp delSp modSp add mod">
        <pc:chgData name="Frederick, Michael" userId="a19ffb3c-b041-4650-bd4c-44ca687be875" providerId="ADAL" clId="{27EDE327-7F90-4ECA-BA00-0ED99CE8D11A}" dt="2026-01-29T07:54:49.149" v="19763"/>
        <pc:sldMkLst>
          <pc:docMk/>
          <pc:sldMk cId="4108087109" sldId="402"/>
        </pc:sldMkLst>
        <pc:spChg chg="mod">
          <ac:chgData name="Frederick, Michael" userId="a19ffb3c-b041-4650-bd4c-44ca687be875" providerId="ADAL" clId="{27EDE327-7F90-4ECA-BA00-0ED99CE8D11A}" dt="2026-01-29T07:54:49.149" v="19763"/>
          <ac:spMkLst>
            <pc:docMk/>
            <pc:sldMk cId="4108087109" sldId="402"/>
            <ac:spMk id="2" creationId="{5B65A3F8-10D1-B34C-D1C7-81EC3137BD00}"/>
          </ac:spMkLst>
        </pc:spChg>
        <pc:picChg chg="del">
          <ac:chgData name="Frederick, Michael" userId="a19ffb3c-b041-4650-bd4c-44ca687be875" providerId="ADAL" clId="{27EDE327-7F90-4ECA-BA00-0ED99CE8D11A}" dt="2026-01-29T07:53:10.618" v="19722" actId="478"/>
          <ac:picMkLst>
            <pc:docMk/>
            <pc:sldMk cId="4108087109" sldId="402"/>
            <ac:picMk id="3" creationId="{618A2BC8-7A05-F434-B442-D34775A9987F}"/>
          </ac:picMkLst>
        </pc:picChg>
        <pc:picChg chg="add mod">
          <ac:chgData name="Frederick, Michael" userId="a19ffb3c-b041-4650-bd4c-44ca687be875" providerId="ADAL" clId="{27EDE327-7F90-4ECA-BA00-0ED99CE8D11A}" dt="2026-01-29T07:53:20.970" v="19727" actId="1076"/>
          <ac:picMkLst>
            <pc:docMk/>
            <pc:sldMk cId="4108087109" sldId="402"/>
            <ac:picMk id="5" creationId="{C61AB17D-C55E-7FEC-A16C-E036FEEC112C}"/>
          </ac:picMkLst>
        </pc:picChg>
        <pc:picChg chg="del">
          <ac:chgData name="Frederick, Michael" userId="a19ffb3c-b041-4650-bd4c-44ca687be875" providerId="ADAL" clId="{27EDE327-7F90-4ECA-BA00-0ED99CE8D11A}" dt="2026-01-29T07:53:11.626" v="19723" actId="478"/>
          <ac:picMkLst>
            <pc:docMk/>
            <pc:sldMk cId="4108087109" sldId="402"/>
            <ac:picMk id="6" creationId="{01C6D880-E834-2E1E-D557-561C69E8B6D0}"/>
          </ac:picMkLst>
        </pc:picChg>
        <pc:picChg chg="del">
          <ac:chgData name="Frederick, Michael" userId="a19ffb3c-b041-4650-bd4c-44ca687be875" providerId="ADAL" clId="{27EDE327-7F90-4ECA-BA00-0ED99CE8D11A}" dt="2026-01-29T07:53:12.534" v="19724" actId="478"/>
          <ac:picMkLst>
            <pc:docMk/>
            <pc:sldMk cId="4108087109" sldId="402"/>
            <ac:picMk id="8" creationId="{F637EA5D-71A5-6B4D-9E49-E697AC4F4149}"/>
          </ac:picMkLst>
        </pc:picChg>
        <pc:picChg chg="del">
          <ac:chgData name="Frederick, Michael" userId="a19ffb3c-b041-4650-bd4c-44ca687be875" providerId="ADAL" clId="{27EDE327-7F90-4ECA-BA00-0ED99CE8D11A}" dt="2026-01-29T07:53:12.969" v="19725" actId="478"/>
          <ac:picMkLst>
            <pc:docMk/>
            <pc:sldMk cId="4108087109" sldId="402"/>
            <ac:picMk id="9" creationId="{FDEB14D6-0C51-358E-A356-BC9AEE6292D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E776E-58AC-EA47-948C-28ACB05C00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83DC-5BD7-FB40-BCC8-4D283B2B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04F4-C842-4944-BB52-25F717F249E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CC68A-51A6-A942-94B5-D9C64A8DA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6CB8E-A16E-3C45-8DCF-0C93D26340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EF68-7CC1-1340-B300-DF14A44D0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35CE-8C34-6944-B9CA-59AB7C150D9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FE8C6-40C5-3A47-B40B-BF6D6683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ells Fargo Sans" panose="020B0503020203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F0BC6DC4-FB3E-75DC-85FB-A224D1F7D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5852796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</p:spTree>
    <p:extLst>
      <p:ext uri="{BB962C8B-B14F-4D97-AF65-F5344CB8AC3E}">
        <p14:creationId xmlns:p14="http://schemas.microsoft.com/office/powerpoint/2010/main" val="83114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A1EF5CC7-F0EA-8078-A534-7C1AE5D1F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4297680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20111739-A47E-B30F-E9C0-78208DDDB98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212080" y="2148840"/>
            <a:ext cx="3575341" cy="402336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67375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760" y="1600200"/>
            <a:ext cx="4023360" cy="0"/>
          </a:xfrm>
          <a:prstGeom prst="line">
            <a:avLst/>
          </a:prstGeom>
          <a:ln w="1905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8800"/>
            <a:ext cx="4023360" cy="4340224"/>
          </a:xfrm>
        </p:spPr>
        <p:txBody>
          <a:bodyPr numCol="1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1828802"/>
            <a:ext cx="8413115" cy="4340224"/>
          </a:xfrm>
        </p:spPr>
        <p:txBody>
          <a:bodyPr numCol="2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00201"/>
            <a:ext cx="8412480" cy="4568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00201"/>
            <a:ext cx="5486400" cy="4568825"/>
          </a:xfrm>
        </p:spPr>
        <p:txBody>
          <a:bodyPr>
            <a:noAutofit/>
          </a:bodyPr>
          <a:lstStyle>
            <a:lvl1pPr marL="274320" indent="-274320">
              <a:lnSpc>
                <a:spcPct val="100000"/>
              </a:lnSpc>
              <a:buFont typeface="Wells Fargo Sans Display" panose="020B0503020203020204" pitchFamily="34" charset="0"/>
              <a:buChar char="•"/>
              <a:defRPr sz="2400">
                <a:latin typeface="+mj-lt"/>
              </a:defRPr>
            </a:lvl1pPr>
            <a:lvl2pPr marL="5486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2pPr>
            <a:lvl3pPr marL="8229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3pPr>
            <a:lvl4pPr marL="10972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4pPr>
            <a:lvl5pPr marL="137160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5pPr>
            <a:lvl6pPr marL="164592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6pPr>
            <a:lvl7pPr marL="19202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7pPr>
            <a:lvl8pPr marL="21945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8pPr>
            <a:lvl9pPr marL="24688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488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17921" y="1600200"/>
            <a:ext cx="256095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548639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54864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600200"/>
            <a:ext cx="256031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5" name="Chart Placeholder 1">
            <a:extLst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6576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29184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1792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6576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9184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21792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946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E2FBBB-4BFC-1AB6-5E83-533AFC32E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E797A7-B759-D718-EF36-560A0F0BEE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57A7267-38A2-7E1B-5497-9B2C09D56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1">
    <p:bg>
      <p:bgPr>
        <a:solidFill>
          <a:srgbClr val="706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0FCA519-A381-9664-44E5-81BD7408B9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F55F3-F308-6089-0D10-73F1F8CB9E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737CCE9-027D-80CB-2818-D6DCF786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07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4"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EA7E7E-589C-85BF-6061-541DF5D45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7D9D10-C4B2-D0CF-345D-BFE471A58B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F405144-9A03-7AAA-CEC7-4563FA4ED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9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FCB847C-997A-38E1-BFC2-A0C080DC5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BAD93E4-DCE8-9F07-CB9D-C6B6EA8E627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3E3D0D3-6F76-C4D1-CE58-D099C5F0C3EB}"/>
              </a:ext>
            </a:extLst>
          </p:cNvPr>
          <p:cNvSpPr txBox="1">
            <a:spLocks/>
          </p:cNvSpPr>
          <p:nvPr userDrawn="1"/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27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457200"/>
            <a:ext cx="5487035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703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 descr="Upload or paste an image here">
            <a:extLst>
              <a:ext uri="{FF2B5EF4-FFF2-40B4-BE49-F238E27FC236}">
                <a16:creationId xmlns:a16="http://schemas.microsoft.com/office/drawing/2014/main" id="{1AC4A27E-4357-361F-21AB-42B2C26A56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8238" y="0"/>
            <a:ext cx="2925762" cy="685800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1600200"/>
            <a:ext cx="841248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A079D476-4360-124F-F8E0-1F5E77BFBD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2103438"/>
            <a:ext cx="9144000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1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9" y="1600200"/>
            <a:ext cx="54864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8" name="Content Placeholder 8" descr="Upload or paste an image here">
            <a:extLst>
              <a:ext uri="{FF2B5EF4-FFF2-40B4-BE49-F238E27FC236}">
                <a16:creationId xmlns:a16="http://schemas.microsoft.com/office/drawing/2014/main" id="{7A33E1AF-7834-BBF7-AD0C-ACE593C44F2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2103438"/>
            <a:ext cx="6218238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1" y="1600200"/>
            <a:ext cx="256032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9" name="Content Placeholder 8" descr="Upload or paste an image here">
            <a:extLst>
              <a:ext uri="{FF2B5EF4-FFF2-40B4-BE49-F238E27FC236}">
                <a16:creationId xmlns:a16="http://schemas.microsoft.com/office/drawing/2014/main" id="{BB75E35E-A352-66BD-65E0-009B7A2B0B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7919" y="2104823"/>
            <a:ext cx="2926399" cy="4754562"/>
          </a:xfrm>
          <a:solidFill>
            <a:srgbClr val="BCBBBA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665BEEFC-B89E-9C41-8260-1542F0B43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ls Fargo Premier" descr="Wells Fargo Premier">
            <a:extLst>
              <a:ext uri="{FF2B5EF4-FFF2-40B4-BE49-F238E27FC236}">
                <a16:creationId xmlns:a16="http://schemas.microsoft.com/office/drawing/2014/main" id="{D3BD62DB-D680-0B2B-728F-3A3CC2F5D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341846"/>
            <a:ext cx="2560320" cy="183035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00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92DFF9-7821-50F5-7BAD-F522777D9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743200"/>
            <a:ext cx="8397241" cy="709421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382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600200"/>
            <a:ext cx="841248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3" r:id="rId3"/>
    <p:sldLayoutId id="2147483672" r:id="rId4"/>
    <p:sldLayoutId id="2147483650" r:id="rId5"/>
    <p:sldLayoutId id="2147483675" r:id="rId6"/>
    <p:sldLayoutId id="2147483652" r:id="rId7"/>
    <p:sldLayoutId id="2147483658" r:id="rId8"/>
    <p:sldLayoutId id="2147483669" r:id="rId9"/>
    <p:sldLayoutId id="2147483670" r:id="rId10"/>
    <p:sldLayoutId id="2147483674" r:id="rId11"/>
    <p:sldLayoutId id="2147483651" r:id="rId12"/>
    <p:sldLayoutId id="2147483662" r:id="rId13"/>
    <p:sldLayoutId id="2147483664" r:id="rId14"/>
    <p:sldLayoutId id="2147483661" r:id="rId15"/>
    <p:sldLayoutId id="2147483667" r:id="rId16"/>
    <p:sldLayoutId id="2147483666" r:id="rId17"/>
    <p:sldLayoutId id="2147483668" r:id="rId18"/>
    <p:sldLayoutId id="2147483654" r:id="rId19"/>
    <p:sldLayoutId id="2147483655" r:id="rId20"/>
    <p:sldLayoutId id="214748367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 typeface="Wells Fargo Sans" panose="020B0503020203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5530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36033-BF24-A54C-A030-AB28AE447995}"/>
              </a:ext>
            </a:extLst>
          </p:cNvPr>
          <p:cNvSpPr txBox="1"/>
          <p:nvPr/>
        </p:nvSpPr>
        <p:spPr>
          <a:xfrm>
            <a:off x="3200400" y="762000"/>
            <a:ext cx="22860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Wells Fargo Premier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logo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72DA22B-0666-1647-8A12-A6F6D00A5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124" y="2834640"/>
            <a:ext cx="7331075" cy="1779684"/>
          </a:xfrm>
        </p:spPr>
        <p:txBody>
          <a:bodyPr/>
          <a:lstStyle/>
          <a:p>
            <a:r>
              <a:rPr lang="en-US" dirty="0"/>
              <a:t>Agentic AI – Module 3 - Review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78B65EB-C98D-4048-A9B2-C88B4A957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January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4A1E0883-8C2E-CADE-2870-9987AEF48330}"/>
              </a:ext>
            </a:extLst>
          </p:cNvPr>
          <p:cNvSpPr txBox="1"/>
          <p:nvPr/>
        </p:nvSpPr>
        <p:spPr>
          <a:xfrm>
            <a:off x="365125" y="6175353"/>
            <a:ext cx="4023360" cy="45404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800" dirty="0"/>
              <a:t>© 2026 Wells Fargo Bank, N.A. </a:t>
            </a:r>
          </a:p>
        </p:txBody>
      </p:sp>
    </p:spTree>
    <p:extLst>
      <p:ext uri="{BB962C8B-B14F-4D97-AF65-F5344CB8AC3E}">
        <p14:creationId xmlns:p14="http://schemas.microsoft.com/office/powerpoint/2010/main" val="33204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2BD2-A339-4528-5D61-1565F4C7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052B74-9A3C-CB6A-11A4-E0033E04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A104D-55E8-8A36-A5BC-18BD3B240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For building multi-agent workflows &amp; complex/non-linear logic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Components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u="sng" dirty="0"/>
              <a:t>State</a:t>
            </a:r>
            <a:r>
              <a:rPr lang="en-US" sz="1200" dirty="0"/>
              <a:t>   -&gt;  Shared data structure representing the context of the entire application</a:t>
            </a:r>
          </a:p>
          <a:p>
            <a:pPr marL="171450" lvl="1" indent="0">
              <a:buNone/>
            </a:pPr>
            <a:r>
              <a:rPr lang="en-US" sz="1200" dirty="0"/>
              <a:t>  	           including user inputs, action taken </a:t>
            </a:r>
          </a:p>
          <a:p>
            <a:pPr marL="171450" lvl="1" indent="0">
              <a:buNone/>
            </a:pPr>
            <a:r>
              <a:rPr lang="en-US" sz="1200" dirty="0"/>
              <a:t>	    -&gt; Analogy – White board in a meeting room . Participants( nodes) read/write</a:t>
            </a:r>
          </a:p>
          <a:p>
            <a:pPr marL="171450" lvl="1" indent="0">
              <a:buNone/>
            </a:pPr>
            <a:r>
              <a:rPr lang="en-US" sz="1200" dirty="0"/>
              <a:t>                         information on the whiteboard(state) to stay updated &amp; coordinate</a:t>
            </a:r>
          </a:p>
          <a:p>
            <a:pPr marL="171450" lvl="1" indent="0">
              <a:buNone/>
            </a:pPr>
            <a:r>
              <a:rPr lang="en-US" sz="1200" dirty="0"/>
              <a:t>		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u="sng" dirty="0"/>
              <a:t>Nodes</a:t>
            </a:r>
            <a:r>
              <a:rPr lang="en-US" sz="1200" dirty="0"/>
              <a:t>   -&gt;  Individual actions such as executing a function / LLM call </a:t>
            </a:r>
            <a:r>
              <a:rPr lang="en-US" sz="1200" dirty="0" err="1"/>
              <a:t>etc</a:t>
            </a:r>
            <a:endParaRPr lang="en-US" sz="1200" dirty="0"/>
          </a:p>
          <a:p>
            <a:pPr marL="171450" lvl="1" indent="0">
              <a:buNone/>
            </a:pPr>
            <a:r>
              <a:rPr lang="en-US" sz="1200" dirty="0"/>
              <a:t>	     -&gt; Each node receives input (often current state) , processes it &amp; produces output</a:t>
            </a:r>
          </a:p>
          <a:p>
            <a:pPr marL="171450" lvl="1" indent="0">
              <a:buNone/>
            </a:pPr>
            <a:r>
              <a:rPr lang="en-US" sz="1200" dirty="0"/>
              <a:t>	     -&gt; Analogy – Assembly line stations – Each station does on job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u="sng" dirty="0"/>
              <a:t>Edges</a:t>
            </a:r>
            <a:r>
              <a:rPr lang="en-US" sz="1200" dirty="0"/>
              <a:t>   -&gt; Define the connection between nodes that determine flow of execution</a:t>
            </a:r>
          </a:p>
          <a:p>
            <a:pPr marL="171450" lvl="1" indent="0">
              <a:buNone/>
            </a:pPr>
            <a:r>
              <a:rPr lang="en-US" sz="1200" dirty="0"/>
              <a:t>                     -&gt; Tells which node should be executed next</a:t>
            </a:r>
          </a:p>
          <a:p>
            <a:pPr marL="171450" lvl="1" indent="0">
              <a:buNone/>
            </a:pPr>
            <a:r>
              <a:rPr lang="en-US" sz="1200" dirty="0"/>
              <a:t>                     -&gt; Analogy – Train Tracks – Each track ( edge ) connects stations ( nodes )</a:t>
            </a:r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u="sng" dirty="0"/>
              <a:t>Graph</a:t>
            </a:r>
            <a:r>
              <a:rPr lang="en-US" sz="1200" dirty="0"/>
              <a:t>  -&gt; Structure that maps out how different tasks ( nodes ) are connected &amp; executed</a:t>
            </a:r>
          </a:p>
          <a:p>
            <a:pPr marL="171450" lvl="1" indent="0">
              <a:buNone/>
            </a:pPr>
            <a:r>
              <a:rPr lang="en-US" sz="1200" dirty="0"/>
              <a:t>                    -&gt; Visual workflow with sequence &amp; conditional paths between various operations</a:t>
            </a:r>
          </a:p>
          <a:p>
            <a:pPr marL="171450" lvl="1" indent="0">
              <a:buNone/>
            </a:pPr>
            <a:r>
              <a:rPr lang="en-US" sz="1200" dirty="0"/>
              <a:t>                    -&gt; Analogy – Roadmap -  displaying different routes connecting cities along with </a:t>
            </a:r>
          </a:p>
          <a:p>
            <a:pPr marL="171450" lvl="1" indent="0">
              <a:buNone/>
            </a:pPr>
            <a:r>
              <a:rPr lang="en-US" sz="1200" dirty="0"/>
              <a:t>                          intersections offering choices on which path to take next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862CCF2-4BCD-EB13-0B64-48E49261B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C9AE9-9C01-AE44-2C30-DB9714064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758" y="1155807"/>
            <a:ext cx="1209823" cy="1198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E8DC88-2E30-644E-78A6-11712D81E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58" y="2487210"/>
            <a:ext cx="1249587" cy="12656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A7F755-C29E-D7B4-E1DB-CC9FDF9AB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686" y="3849448"/>
            <a:ext cx="1228515" cy="12445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DE6672-248A-D1CE-A0F1-EA01371AC2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758" y="5220668"/>
            <a:ext cx="1209823" cy="131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4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2EA7-8D18-EC43-68BA-F53A070F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BBC83BC-8F7D-11EC-67CF-ECA4FA9D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9D815B-60F4-2788-F0CF-14A244CC4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Components contd..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u="sng" dirty="0"/>
              <a:t>Start</a:t>
            </a:r>
            <a:r>
              <a:rPr lang="en-US" sz="1200" dirty="0"/>
              <a:t>   -&gt;  Virtual entry point in </a:t>
            </a:r>
            <a:r>
              <a:rPr lang="en-US" sz="1200" dirty="0" err="1"/>
              <a:t>LangGraph</a:t>
            </a:r>
            <a:endParaRPr lang="en-US" sz="1200" dirty="0"/>
          </a:p>
          <a:p>
            <a:pPr marL="171450" lvl="1" indent="0">
              <a:buNone/>
            </a:pPr>
            <a:r>
              <a:rPr lang="en-US" sz="1200" dirty="0"/>
              <a:t>  	           </a:t>
            </a:r>
          </a:p>
          <a:p>
            <a:pPr marL="171450" lvl="1" indent="0">
              <a:buNone/>
            </a:pPr>
            <a:r>
              <a:rPr lang="en-US" sz="1200" dirty="0"/>
              <a:t>	    -&gt; Analogy – Race starting line – the place where a race officially begins</a:t>
            </a:r>
          </a:p>
          <a:p>
            <a:pPr marL="171450" lvl="1" indent="0">
              <a:buNone/>
            </a:pPr>
            <a:r>
              <a:rPr lang="en-US" sz="1200" dirty="0"/>
              <a:t>		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u="sng" dirty="0"/>
              <a:t>End</a:t>
            </a:r>
            <a:r>
              <a:rPr lang="en-US" sz="1200" dirty="0"/>
              <a:t>       -&gt;  Signifies conclusion of the workflow in </a:t>
            </a:r>
            <a:r>
              <a:rPr lang="en-US" sz="1200" dirty="0" err="1"/>
              <a:t>LangGraph</a:t>
            </a:r>
            <a:endParaRPr lang="en-US" sz="1200" dirty="0"/>
          </a:p>
          <a:p>
            <a:pPr marL="171450" lvl="1" indent="0">
              <a:buNone/>
            </a:pPr>
            <a:r>
              <a:rPr lang="en-US" sz="1200" dirty="0"/>
              <a:t>	     -&gt; Graph’s execution stops,  indicating that all intended processes have stopped</a:t>
            </a:r>
          </a:p>
          <a:p>
            <a:pPr marL="171450" lvl="1" indent="0">
              <a:buNone/>
            </a:pPr>
            <a:r>
              <a:rPr lang="en-US" sz="1200" dirty="0"/>
              <a:t>	     -&gt; Analogy – Finish line of a race – The race is over when you cross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u="sng" dirty="0"/>
              <a:t>Conditional Edges   </a:t>
            </a:r>
            <a:r>
              <a:rPr lang="en-US" sz="1200" dirty="0"/>
              <a:t>-&gt; Specialized connections that decide the next node to execute </a:t>
            </a:r>
          </a:p>
          <a:p>
            <a:pPr marL="342900" lvl="2" indent="0">
              <a:buNone/>
            </a:pPr>
            <a:r>
              <a:rPr lang="en-US" sz="1200" dirty="0"/>
              <a:t>                      based on specific conditions or logic in current state                  </a:t>
            </a:r>
          </a:p>
          <a:p>
            <a:pPr marL="171450" lvl="1" indent="0">
              <a:buNone/>
            </a:pPr>
            <a:r>
              <a:rPr lang="en-US" sz="1200" dirty="0"/>
              <a:t>                     </a:t>
            </a:r>
          </a:p>
          <a:p>
            <a:pPr marL="171450" lvl="1" indent="0">
              <a:buNone/>
            </a:pPr>
            <a:r>
              <a:rPr lang="en-US" sz="1200" dirty="0"/>
              <a:t>	      -&gt; Analogy – Traffic lights– The condition(light color) decides the next step</a:t>
            </a:r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u="sng" dirty="0"/>
              <a:t>Tools</a:t>
            </a:r>
            <a:r>
              <a:rPr lang="en-US" sz="1200" dirty="0"/>
              <a:t>    -&gt; Specialized functions used within a node to perform a specific task( </a:t>
            </a:r>
            <a:r>
              <a:rPr lang="en-US" sz="1200" dirty="0" err="1"/>
              <a:t>eg</a:t>
            </a:r>
            <a:r>
              <a:rPr lang="en-US" sz="1200" dirty="0"/>
              <a:t>, API call )</a:t>
            </a:r>
          </a:p>
          <a:p>
            <a:pPr marL="171450" lvl="1" indent="0">
              <a:buNone/>
            </a:pPr>
            <a:r>
              <a:rPr lang="en-US" sz="1200" dirty="0"/>
              <a:t>                    -&gt; Enhance capabilities of node by providing additional functionalities</a:t>
            </a:r>
          </a:p>
          <a:p>
            <a:pPr marL="171450" lvl="1" indent="0">
              <a:buNone/>
            </a:pPr>
            <a:r>
              <a:rPr lang="en-US" sz="1200" dirty="0"/>
              <a:t>                    -&gt; Analogy – Tools in a </a:t>
            </a:r>
            <a:r>
              <a:rPr lang="en-US" sz="1200" dirty="0" err="1"/>
              <a:t>ToolBox</a:t>
            </a:r>
            <a:r>
              <a:rPr lang="en-US" sz="1200" dirty="0"/>
              <a:t> -  Hammer for nails, screwdriver for screws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957E7DE-9A45-648B-A9EB-AC934DF2E5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E5436-0CCC-0B30-FAE9-13E6D1E60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411" y="1227373"/>
            <a:ext cx="1228515" cy="1233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35B813-6E32-2263-58E2-41BDAF2EB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650399"/>
            <a:ext cx="1365440" cy="10058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7642A3-B162-950A-34BF-B47B02EE8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381" y="3733800"/>
            <a:ext cx="1070574" cy="11816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BA450D-4CFE-688A-7E38-2427D1E1E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343" y="5067670"/>
            <a:ext cx="1139583" cy="115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1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F7715-5854-F968-6EDF-D256AF679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F8D8863-9B7B-D7F7-C496-840407F2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</a:t>
            </a:r>
            <a:r>
              <a:rPr lang="en-US" dirty="0" err="1"/>
              <a:t>Checkpointer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58F91F-829F-C5D0-11F4-EB2A3FBEE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 err="1"/>
              <a:t>Checkpointer</a:t>
            </a:r>
            <a:r>
              <a:rPr lang="en-US" sz="1200" dirty="0"/>
              <a:t> – Mechanism where </a:t>
            </a:r>
            <a:r>
              <a:rPr lang="en-US" sz="1200" dirty="0" err="1"/>
              <a:t>LangGraph</a:t>
            </a:r>
            <a:r>
              <a:rPr lang="en-US" sz="1200" dirty="0"/>
              <a:t> saves the state of agent at specific execution points.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 err="1"/>
              <a:t>ThreadId</a:t>
            </a:r>
            <a:r>
              <a:rPr lang="en-US" sz="1200" dirty="0"/>
              <a:t> is unique to a specific conversation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Internal memory structure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Data organization 	    - Structured as </a:t>
            </a:r>
            <a:r>
              <a:rPr lang="en-US" sz="1200" dirty="0" err="1"/>
              <a:t>Dict</a:t>
            </a:r>
            <a:r>
              <a:rPr lang="en-US" sz="1200" dirty="0"/>
              <a:t>, where </a:t>
            </a:r>
            <a:r>
              <a:rPr lang="en-US" sz="1200" dirty="0" err="1"/>
              <a:t>ThreadId</a:t>
            </a:r>
            <a:r>
              <a:rPr lang="en-US" sz="1200" dirty="0"/>
              <a:t> is key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Checkpoint progression  -  Thread contains multiple checkpoints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Content 		    - Node output(Human, AI or tool message ) is appended to checkpoint list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Metadata 		    -  Tracks current &amp; next node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D574910-7B87-B7BB-F657-CF7B474222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DDE63E-6758-AE6F-FE3B-FC9A3FEA7292}"/>
              </a:ext>
            </a:extLst>
          </p:cNvPr>
          <p:cNvGraphicFramePr>
            <a:graphicFrameLocks noGrp="1"/>
          </p:cNvGraphicFramePr>
          <p:nvPr/>
        </p:nvGraphicFramePr>
        <p:xfrm>
          <a:off x="365126" y="3505200"/>
          <a:ext cx="8413748" cy="762000"/>
        </p:xfrm>
        <a:graphic>
          <a:graphicData uri="http://schemas.openxmlformats.org/drawingml/2006/table">
            <a:tbl>
              <a:tblPr firstRow="1" firstCol="1" bandRow="1">
                <a:tableStyleId>{B9079ADF-8E72-460E-941B-A120568EDBA9}</a:tableStyleId>
              </a:tblPr>
              <a:tblGrid>
                <a:gridCol w="2103437">
                  <a:extLst>
                    <a:ext uri="{9D8B030D-6E8A-4147-A177-3AD203B41FA5}">
                      <a16:colId xmlns:a16="http://schemas.microsoft.com/office/drawing/2014/main" val="2795240758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930229155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46959419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37653787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Thread ID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Checkpoint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Message Content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State Metadata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92729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Thread_01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Checkpoint 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Human: "Hi, I'm Harish"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Next Node: Chatbot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58137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Thread_01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Checkpoint 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AI: "Nice to meet you!"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Next Node: End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30815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Thread_01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Checkpoint 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>
                          <a:effectLst/>
                        </a:rPr>
                        <a:t>Human: "What's my name?"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IN" sz="1100" kern="100" dirty="0">
                          <a:effectLst/>
                        </a:rPr>
                        <a:t>Next Node: Chatbot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7461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85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F5E66-CBB1-FEB4-2169-3A72D69D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9B78CC0-9D9B-11AD-1847-27C7281C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</a:t>
            </a:r>
            <a:r>
              <a:rPr lang="en-US" dirty="0" err="1"/>
              <a:t>Checkpointer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E35CF5-56D4-7C7B-9903-CCE5C12D17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8EF67AD-6643-28F1-645E-2CA8F090FB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B412D-2BAA-7437-08F7-2893A396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848042"/>
            <a:ext cx="4188604" cy="25809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E3AB61-5F3A-7226-CC53-2C1605DFF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89" y="3457755"/>
            <a:ext cx="3680459" cy="323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2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E6E7-3B43-E9B8-3AFA-D268CBD44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49B49FA-DEF1-B822-0FE4-D342669D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</a:t>
            </a:r>
            <a:r>
              <a:rPr lang="en-US" dirty="0" err="1"/>
              <a:t>Checkpointer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A29D6F-6EC2-1BAD-11C6-BE7D3184A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50C4CB0-CBD6-0532-5EEE-8F60B16D6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40BA1-C245-8AB1-4316-DD0657898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7663"/>
            <a:ext cx="3476736" cy="34455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46BFE3-873C-0039-57BF-03CCDA76F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092" y="2197663"/>
            <a:ext cx="3802268" cy="34455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05F1F-021F-57F0-B8E8-C8C60D35A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766" y="1328712"/>
            <a:ext cx="3722426" cy="54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7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B586-F831-7CE1-7E1E-17C8D5AB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152360C-313C-4880-4FAA-B45BA662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Handson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874065-97D6-4E70-F26B-55F282F68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Graph 1 – Basic 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92F9B94-55D2-3317-147E-30643B242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5FFDB9-DDDD-6180-9CFB-507315CB3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9" y="1136053"/>
            <a:ext cx="4561000" cy="2064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AFF08B-ED4D-63FD-A9C9-A2A110348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426" y="990600"/>
            <a:ext cx="3913878" cy="2523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09D093-418F-4464-53C5-819C52172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522" y="3722298"/>
            <a:ext cx="3322955" cy="263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17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6A76F-6961-90D4-0987-86FE461E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2C2D429-97CB-544B-D377-378103ED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Handson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E61730-1D6C-6A24-77F4-C20311D87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Graph 2 – Multiple Inputs &amp; sum it up 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79F9D26-4FBE-8237-251E-ECFCFF623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AA3CE-1309-BC85-41A0-BB5450B4F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54146"/>
            <a:ext cx="4023182" cy="2374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B90812-4CA1-C87C-E13E-1BA06C429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838" y="3700834"/>
            <a:ext cx="4021744" cy="260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4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D550-3173-203B-A47E-D025DE65A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6938A32-A834-A6A1-1B20-B0E48024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Handson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7B2162-3A5C-D1C8-F88F-6DF12FA4B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Graph 3 – Sequential nodes 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CFC74CF-8366-2976-C723-50426C5DB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05B0C5-3D8F-C773-8AAB-CEFA66B45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271270"/>
            <a:ext cx="6645910" cy="474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8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76BC7-3488-458C-B2EF-FA9C581F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87978D1-9BAC-6E39-A872-3A18A587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Handson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C73EC9-055A-6172-A3A7-B13CE244B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Graph 4 – Conditional graph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881EB05-947E-A8FA-066F-4BA972A233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0D08D-C7DD-6F65-7E5F-C376D0601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43000"/>
            <a:ext cx="5227955" cy="2573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5D6DDE-3E63-7679-1DF9-3AC832D9F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135" y="4020817"/>
            <a:ext cx="5304155" cy="227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4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D572E-18F7-B676-9E44-D9CCED8F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B0DD58E-807C-FE6A-75E0-9BF942DB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Handson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8C7AD-3637-BB9B-53CF-29E2AC409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Graph 5 – Looping graph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3FFE147-147C-75C7-C578-2FCD035ABC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7D6DA-46D2-B7AE-5574-F175909A8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47" y="1107057"/>
            <a:ext cx="3551555" cy="3375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A9C5FD-A4F3-8613-5447-6FDA8DB68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47" y="4599243"/>
            <a:ext cx="3551556" cy="1115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0A7FCE-2334-5F0D-1084-BAA7B8A6F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849" y="1107057"/>
            <a:ext cx="4181258" cy="30929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E5BD35-0BEF-8A4F-097A-0DDA74355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212" y="4312934"/>
            <a:ext cx="3002835" cy="20324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70226C-3AB4-B761-82D7-652C326160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791200"/>
            <a:ext cx="3233179" cy="84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1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0BAB7-52DA-474D-189D-914CB2B14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7B6744C-C91C-28A2-944D-F6A11765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Handson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64FEF6-A6CB-2ACD-C0E1-9D599F74A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Agent Graph 1 – Simple Chatbot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54D6C2A-DE0C-FE56-673F-2E73B95C5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82F39-9772-B0D3-57E2-3DFED9C16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5401"/>
            <a:ext cx="3901440" cy="782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2926A1-A99F-4136-E3CC-2AD2CEE02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57400"/>
            <a:ext cx="3901440" cy="770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741A7A-AC2E-7CBB-86D8-3D3657F8E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70" y="2819400"/>
            <a:ext cx="3901440" cy="23156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1332D3-53CE-80C6-80FC-7B0AD31A8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872795"/>
            <a:ext cx="2434282" cy="250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8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196F-DBE3-F493-B971-EBB6416C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E05B6C9-7D19-84FA-DF0C-4F493B9B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Handson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C9011F-4CF2-CE04-A8C6-5CC81F2CF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Agent Graph 2 – </a:t>
            </a:r>
            <a:r>
              <a:rPr lang="en-US" sz="1200" dirty="0" err="1"/>
              <a:t>ReAct</a:t>
            </a:r>
            <a:r>
              <a:rPr lang="en-US" sz="1200" dirty="0"/>
              <a:t> Agent ( Reasoning &amp; Acting ) 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654D116-67F0-A025-88FF-6D70473D7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0A375A-7808-6F1E-BA46-DDBDE3393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123982"/>
            <a:ext cx="2885404" cy="15074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D3A187-960C-D94C-E42E-E34C106D9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8" y="1216724"/>
            <a:ext cx="3475355" cy="28294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CB61BC-63D7-EDEE-C13D-283291C8E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8" y="4191000"/>
            <a:ext cx="3747548" cy="2031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68ED86-1D76-8AEB-00DD-11E4FFB41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524" y="2995930"/>
            <a:ext cx="3769789" cy="32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2D9F-0F16-6BA2-2F6E-C3A02E1A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CF11218-B86F-6B24-F5A4-2FC99308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- Handson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65A3F8-10D1-B34C-D1C7-81EC3137B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Agent Graph 2 – </a:t>
            </a:r>
            <a:r>
              <a:rPr lang="en-US" sz="1200" dirty="0" err="1"/>
              <a:t>ReAct</a:t>
            </a:r>
            <a:r>
              <a:rPr lang="en-US" sz="1200" dirty="0"/>
              <a:t> Agent ( Reasoning &amp; Acting ) 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58B3DE2-563D-722F-A8D9-0F2E313F12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AB17D-C55E-7FEC-A16C-E036FEEC1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045" y="1384300"/>
            <a:ext cx="664591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8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FFCE-B265-6E0E-29B1-E815E183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3FAF8F0-51C2-20F8-B678-FC7196DE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LangFlow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3856F7-14B5-0719-3455-F402C9C6E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Drag &amp; drop visual interface on </a:t>
            </a:r>
            <a:r>
              <a:rPr lang="en-US" sz="1200" dirty="0" err="1"/>
              <a:t>LangChain</a:t>
            </a:r>
            <a:r>
              <a:rPr lang="en-US" sz="12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Rapid experimentation &amp; creating MVP’s.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Create workflows , chains &amp; agents without writing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Installation – locally or on cloud server.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E2E6387-C830-FD07-8305-CEBB0322B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3B935-84F6-9F38-4D90-A8AB09AA2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26800"/>
            <a:ext cx="7603972" cy="395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2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F0C2-16EB-C86F-59A2-4C67B111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F3B80CA-BE88-EAA2-E77B-0FD8E848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LangFlow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7FC663-8C3E-5BA6-8726-03D6250D5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Can be accessed with API’s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5B7C5F8-C8F4-7132-A5CF-7FB961F6F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E98E3A-F3FF-310B-309B-9E02EC527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808" y="3982979"/>
            <a:ext cx="6218555" cy="2646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3E2BED-FC3B-8C07-0C87-A29DE01F6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045" y="1452880"/>
            <a:ext cx="6096318" cy="247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7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1E7A-4AA5-744B-FF56-AEDAB879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596AA6A-1B74-E36A-4A50-53E5E384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LangSmith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7D8674-D87E-B9B3-B2BD-3CB69AD46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Entire lifecycle of an application – prototyping, beta testing, production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Key Capabilities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Tracing 		- Use “traceable” annotation to log every step of the application’s execution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Analytics Dashboard  	- Track token usage, total cost, error rates &amp; latency.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Can be used with any LLM framework &amp; not just </a:t>
            </a:r>
            <a:r>
              <a:rPr lang="en-US" sz="1200" dirty="0" err="1"/>
              <a:t>LangChain</a:t>
            </a: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DDC1296-2178-1F1E-9B34-B557F52A6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F40AC-806F-58B4-1941-7AA505EEA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875388"/>
            <a:ext cx="3712527" cy="352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1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FDCFB-F6FB-28C3-7EF3-44E5A47B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669B375-8310-C406-7A33-DADDFCA7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LangSmith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468D01-5860-29EA-6B37-41D8C76D5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Hello World - pipeline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D8CCB89-FF52-CBDB-4036-25530FB46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DCE428-62E0-B42C-C2F2-D88F48BD2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12900"/>
            <a:ext cx="6645910" cy="487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8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B115-D33E-0FDE-8E82-85F7AFFE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F7D083D-0495-55ED-218A-9BD8E532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LangSmith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CC16C0-776C-008E-06E1-C54E0379F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Demo screen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3369874-750A-2A36-F6FB-7882FE447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FF7BE-491E-FF30-372B-5520466B8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6407"/>
            <a:ext cx="7162800" cy="430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4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391E9-7A1B-F707-DEF6-F1DA6BD5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9D01D70-79D3-01F4-77F4-C63BA522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LangSmith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8580A4-6565-7883-49CB-915907FFD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Demo screen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5DB0094-7133-E53F-2C08-CF62DE8C8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DC2A6B-88A0-FB8E-C991-BB5765DC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4" y="1908492"/>
            <a:ext cx="7996512" cy="365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8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EDBD843-C0A8-714C-80B0-3672C912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F56D03-8E19-2744-8968-E668A5B4C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r>
              <a:rPr lang="en-US" sz="1200" dirty="0"/>
              <a:t>	-																																									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FD9EB98-256E-C04E-AA1A-80080D590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568E2C-D7CA-EA7B-CCBD-D1E8CAD8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223884"/>
              </p:ext>
            </p:extLst>
          </p:nvPr>
        </p:nvGraphicFramePr>
        <p:xfrm>
          <a:off x="472610" y="1295400"/>
          <a:ext cx="8305629" cy="1497888"/>
        </p:xfrm>
        <a:graphic>
          <a:graphicData uri="http://schemas.openxmlformats.org/drawingml/2006/table">
            <a:tbl>
              <a:tblPr firstRow="1" bandRow="1">
                <a:tableStyleId>{B9079ADF-8E72-460E-941B-A120568EDBA9}</a:tableStyleId>
              </a:tblPr>
              <a:tblGrid>
                <a:gridCol w="1203790">
                  <a:extLst>
                    <a:ext uri="{9D8B030D-6E8A-4147-A177-3AD203B41FA5}">
                      <a16:colId xmlns:a16="http://schemas.microsoft.com/office/drawing/2014/main" val="14071194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884035144"/>
                    </a:ext>
                  </a:extLst>
                </a:gridCol>
                <a:gridCol w="4130039">
                  <a:extLst>
                    <a:ext uri="{9D8B030D-6E8A-4147-A177-3AD203B41FA5}">
                      <a16:colId xmlns:a16="http://schemas.microsoft.com/office/drawing/2014/main" val="990383350"/>
                    </a:ext>
                  </a:extLst>
                </a:gridCol>
              </a:tblGrid>
              <a:tr h="240365">
                <a:tc>
                  <a:txBody>
                    <a:bodyPr/>
                    <a:lstStyle/>
                    <a:p>
                      <a:r>
                        <a:rPr lang="en-US" sz="12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Primary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Key 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137675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r>
                        <a:rPr lang="en-US" sz="1200" dirty="0" err="1"/>
                        <a:t>LangChain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Framework for building LLM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Reduces boiler plate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757358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r>
                        <a:rPr lang="en-US" sz="1200" dirty="0" err="1"/>
                        <a:t>LangGraph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Multi-agent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Supports cyclical decision making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365211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r>
                        <a:rPr lang="en-US" sz="1200" dirty="0" err="1"/>
                        <a:t>LangFlow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Visual UI for </a:t>
                      </a:r>
                      <a:r>
                        <a:rPr lang="en-US" sz="1200" dirty="0" err="1"/>
                        <a:t>LangChain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Perfect for fast prototyping &amp; MVP’s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554159"/>
                  </a:ext>
                </a:extLst>
              </a:tr>
              <a:tr h="400608">
                <a:tc>
                  <a:txBody>
                    <a:bodyPr/>
                    <a:lstStyle/>
                    <a:p>
                      <a:r>
                        <a:rPr lang="en-US" sz="1200" dirty="0" err="1"/>
                        <a:t>LangSmith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Monitoring &amp;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Tracks cost, tokens, errors.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41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88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3421-85A8-309F-CEAC-7676027B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5323-5BFD-3CBC-9927-3ECF83D5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533400"/>
          </a:xfrm>
        </p:spPr>
        <p:txBody>
          <a:bodyPr/>
          <a:lstStyle/>
          <a:p>
            <a:r>
              <a:rPr lang="en-US" dirty="0"/>
              <a:t>Next Step - Module 4 Self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3B409-FB14-979E-1F48-BBE4FFC91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A9049-0C35-4B4F-F4C7-02EAFD47FA21}"/>
              </a:ext>
            </a:extLst>
          </p:cNvPr>
          <p:cNvSpPr txBox="1"/>
          <p:nvPr/>
        </p:nvSpPr>
        <p:spPr>
          <a:xfrm>
            <a:off x="487680" y="2788920"/>
            <a:ext cx="8168640" cy="304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00" b="1" dirty="0">
                <a:solidFill>
                  <a:srgbClr val="FF0000"/>
                </a:solidFill>
              </a:rPr>
              <a:t>Note – Reference hands-on Python code will be made available via a personal Google Drive. Please avoid bringing that to Wells Fargo Network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C947D8-F3DC-E3E3-9DC2-059C49742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50569"/>
              </p:ext>
            </p:extLst>
          </p:nvPr>
        </p:nvGraphicFramePr>
        <p:xfrm>
          <a:off x="762000" y="1026159"/>
          <a:ext cx="7807960" cy="1473200"/>
        </p:xfrm>
        <a:graphic>
          <a:graphicData uri="http://schemas.openxmlformats.org/drawingml/2006/table">
            <a:tbl>
              <a:tblPr>
                <a:tableStyleId>{B9079ADF-8E72-460E-941B-A120568EDBA9}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758108903"/>
                    </a:ext>
                  </a:extLst>
                </a:gridCol>
                <a:gridCol w="3903980">
                  <a:extLst>
                    <a:ext uri="{9D8B030D-6E8A-4147-A177-3AD203B41FA5}">
                      <a16:colId xmlns:a16="http://schemas.microsoft.com/office/drawing/2014/main" val="3244696175"/>
                    </a:ext>
                  </a:extLst>
                </a:gridCol>
              </a:tblGrid>
              <a:tr h="18415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LangGraph Crash Course: Human in The Loop 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https://www.youtube.com/watch?v=UOSMnDOC9T0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14789366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https://www.youtube.com/watch?v=9JHMLBQzU3s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21046267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https://www.youtube.com/watch?v=Ib4PQOrCh0g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97144238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https://www.youtube.com/watch?v=3MsGtLN793w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349040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                                                  Agent with Tools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https://www.youtube.com/watch?v=XvGfrXsu76A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72797500"/>
                  </a:ext>
                </a:extLst>
              </a:tr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MCP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https://www.youtube.com/watch?v=RhTiAOGwbYE&amp;t=3s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64303241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https://www.youtube.com/watch?v=dIb-DujRNEo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(1:52:39 – 2:26:00)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93575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6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ells Fargo Premier 2023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  <a:extLst>
    <a:ext uri="{05A4C25C-085E-4340-85A3-A5531E510DB2}">
      <thm15:themeFamily xmlns:thm15="http://schemas.microsoft.com/office/thememl/2012/main" name="WF_Premier_PowerPoint_4x3_0424_a11y.pptx" id="{79104E03-1858-104C-BDF1-8FEAD1E83779}" vid="{AD38B091-8E93-FC46-97CA-1669D3C060B3}"/>
    </a:ext>
  </a:extLst>
</a:theme>
</file>

<file path=ppt/theme/theme2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ppt/theme/theme3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Agentic AI </Template>
  <TotalTime>0</TotalTime>
  <Words>965</Words>
  <Application>Microsoft Office PowerPoint</Application>
  <PresentationFormat>On-screen Show (4:3)</PresentationFormat>
  <Paragraphs>195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Wells Fargo Sans</vt:lpstr>
      <vt:lpstr>Wells Fargo Sans Display</vt:lpstr>
      <vt:lpstr>Wingdings</vt:lpstr>
      <vt:lpstr>Wells Fargo Premier 2023</vt:lpstr>
      <vt:lpstr>Agentic AI – Module 3 - Review</vt:lpstr>
      <vt:lpstr>LangGraph</vt:lpstr>
      <vt:lpstr>LangGraph</vt:lpstr>
      <vt:lpstr>LangGraph - Checkpointer</vt:lpstr>
      <vt:lpstr>LangGraph - Checkpointer</vt:lpstr>
      <vt:lpstr>LangGraph - Checkpointer</vt:lpstr>
      <vt:lpstr>LangGraph - Handson</vt:lpstr>
      <vt:lpstr>LangGraph - Handson</vt:lpstr>
      <vt:lpstr>LangGraph - Handson</vt:lpstr>
      <vt:lpstr>LangGraph - Handson</vt:lpstr>
      <vt:lpstr>LangGraph - Handson</vt:lpstr>
      <vt:lpstr>LangGraph - Handson</vt:lpstr>
      <vt:lpstr>LangGraph - Handson</vt:lpstr>
      <vt:lpstr>LangGraph - Handson</vt:lpstr>
      <vt:lpstr>LangFlow</vt:lpstr>
      <vt:lpstr>LangFlow</vt:lpstr>
      <vt:lpstr>LangSmith</vt:lpstr>
      <vt:lpstr>LangSmith</vt:lpstr>
      <vt:lpstr>LangSmith</vt:lpstr>
      <vt:lpstr>LangSmith</vt:lpstr>
      <vt:lpstr>Comparison</vt:lpstr>
      <vt:lpstr>Next Step - Module 4 Self Learning</vt:lpstr>
    </vt:vector>
  </TitlesOfParts>
  <Manager/>
  <Company>Wells Fargo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Frederick, Michael</dc:creator>
  <cp:keywords/>
  <dc:description/>
  <cp:lastModifiedBy>Frederick, Michael</cp:lastModifiedBy>
  <cp:revision>1</cp:revision>
  <cp:lastPrinted>2018-10-13T23:11:53Z</cp:lastPrinted>
  <dcterms:created xsi:type="dcterms:W3CDTF">2025-10-23T11:15:15Z</dcterms:created>
  <dcterms:modified xsi:type="dcterms:W3CDTF">2026-01-29T07:57:25Z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9c9bcd-f315-4c3b-87a0-7682e230e7e4_Enabled">
    <vt:lpwstr>true</vt:lpwstr>
  </property>
  <property fmtid="{D5CDD505-2E9C-101B-9397-08002B2CF9AE}" pid="3" name="MSIP_Label_1f9c9bcd-f315-4c3b-87a0-7682e230e7e4_SetDate">
    <vt:lpwstr>2025-10-23T12:12:27Z</vt:lpwstr>
  </property>
  <property fmtid="{D5CDD505-2E9C-101B-9397-08002B2CF9AE}" pid="4" name="MSIP_Label_1f9c9bcd-f315-4c3b-87a0-7682e230e7e4_Method">
    <vt:lpwstr>Privileged</vt:lpwstr>
  </property>
  <property fmtid="{D5CDD505-2E9C-101B-9397-08002B2CF9AE}" pid="5" name="MSIP_Label_1f9c9bcd-f315-4c3b-87a0-7682e230e7e4_Name">
    <vt:lpwstr>Internal Use</vt:lpwstr>
  </property>
  <property fmtid="{D5CDD505-2E9C-101B-9397-08002B2CF9AE}" pid="6" name="MSIP_Label_1f9c9bcd-f315-4c3b-87a0-7682e230e7e4_SiteId">
    <vt:lpwstr>e122af3c-4c68-4e49-9c52-4ae1e25e91ae</vt:lpwstr>
  </property>
  <property fmtid="{D5CDD505-2E9C-101B-9397-08002B2CF9AE}" pid="7" name="MSIP_Label_1f9c9bcd-f315-4c3b-87a0-7682e230e7e4_ActionId">
    <vt:lpwstr>c1e09d94-3e5b-402b-8586-b3eba0858999</vt:lpwstr>
  </property>
  <property fmtid="{D5CDD505-2E9C-101B-9397-08002B2CF9AE}" pid="8" name="MSIP_Label_1f9c9bcd-f315-4c3b-87a0-7682e230e7e4_ContentBits">
    <vt:lpwstr>0</vt:lpwstr>
  </property>
  <property fmtid="{D5CDD505-2E9C-101B-9397-08002B2CF9AE}" pid="9" name="MSIP_Label_1f9c9bcd-f315-4c3b-87a0-7682e230e7e4_Tag">
    <vt:lpwstr>10, 0, 1, 1</vt:lpwstr>
  </property>
</Properties>
</file>