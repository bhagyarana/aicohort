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74" r:id="rId2"/>
    <p:sldId id="275" r:id="rId3"/>
    <p:sldId id="378" r:id="rId4"/>
    <p:sldId id="379" r:id="rId5"/>
    <p:sldId id="381" r:id="rId6"/>
    <p:sldId id="376" r:id="rId7"/>
    <p:sldId id="380" r:id="rId8"/>
    <p:sldId id="38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aps, Carlto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802150-32FD-4B13-A016-CB8A3D609665}" v="21" dt="2025-12-04T11:04:14.895"/>
  </p1510:revLst>
</p1510:revInfo>
</file>

<file path=ppt/tableStyles.xml><?xml version="1.0" encoding="utf-8"?>
<a:tblStyleLst xmlns:a="http://schemas.openxmlformats.org/drawingml/2006/main" def="{B9079ADF-8E72-460E-941B-A120568EDBA9}">
  <a:tblStyle styleId="{B9079ADF-8E72-460E-941B-A120568EDBA9}" styleName="WF Premier Table 01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bg2"/>
          </a:solidFill>
        </a:fill>
      </a:tcStyle>
    </a:band2H>
    <a:lastRow>
      <a:tcTxStyle b="on">
        <a:fontRef idx="minor"/>
        <a:schemeClr val="tx1"/>
      </a:tcTxStyle>
      <a:tcStyle>
        <a:tcBdr>
          <a:top>
            <a:ln w="19050">
              <a:solidFill>
                <a:schemeClr val="tx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88" autoAdjust="0"/>
  </p:normalViewPr>
  <p:slideViewPr>
    <p:cSldViewPr showGuides="1">
      <p:cViewPr varScale="1">
        <p:scale>
          <a:sx n="63" d="100"/>
          <a:sy n="63" d="100"/>
        </p:scale>
        <p:origin x="14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929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ck, Michael" userId="a19ffb3c-b041-4650-bd4c-44ca687be875" providerId="ADAL" clId="{8C1F9DB6-06A3-45DF-84CB-54E8A3CC8C20}"/>
    <pc:docChg chg="undo custSel addSld delSld modSld sldOrd modMainMaster">
      <pc:chgData name="Frederick, Michael" userId="a19ffb3c-b041-4650-bd4c-44ca687be875" providerId="ADAL" clId="{8C1F9DB6-06A3-45DF-84CB-54E8A3CC8C20}" dt="2025-10-27T16:21:53.736" v="2221" actId="6549"/>
      <pc:docMkLst>
        <pc:docMk/>
      </pc:docMkLst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4167025075" sldId="256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349905712" sldId="261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1988335930" sldId="262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3802660370" sldId="263"/>
        </pc:sldMkLst>
      </pc:sldChg>
      <pc:sldChg chg="del">
        <pc:chgData name="Frederick, Michael" userId="a19ffb3c-b041-4650-bd4c-44ca687be875" providerId="ADAL" clId="{8C1F9DB6-06A3-45DF-84CB-54E8A3CC8C20}" dt="2025-10-23T14:08:26.911" v="1062" actId="47"/>
        <pc:sldMkLst>
          <pc:docMk/>
          <pc:sldMk cId="624003937" sldId="271"/>
        </pc:sldMkLst>
      </pc:sldChg>
      <pc:sldChg chg="del">
        <pc:chgData name="Frederick, Michael" userId="a19ffb3c-b041-4650-bd4c-44ca687be875" providerId="ADAL" clId="{8C1F9DB6-06A3-45DF-84CB-54E8A3CC8C20}" dt="2025-10-23T14:08:28.521" v="1063" actId="47"/>
        <pc:sldMkLst>
          <pc:docMk/>
          <pc:sldMk cId="845043879" sldId="272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3838177457" sldId="274"/>
        </pc:sldMkLst>
      </pc:sldChg>
      <pc:sldChg chg="modSp mod ord">
        <pc:chgData name="Frederick, Michael" userId="a19ffb3c-b041-4650-bd4c-44ca687be875" providerId="ADAL" clId="{8C1F9DB6-06A3-45DF-84CB-54E8A3CC8C20}" dt="2025-10-23T14:28:58.143" v="1655" actId="20577"/>
        <pc:sldMkLst>
          <pc:docMk/>
          <pc:sldMk cId="2597888185" sldId="275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2627179661" sldId="276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2181049226" sldId="277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2239789578" sldId="281"/>
        </pc:sldMkLst>
      </pc:sldChg>
      <pc:sldChg chg="del">
        <pc:chgData name="Frederick, Michael" userId="a19ffb3c-b041-4650-bd4c-44ca687be875" providerId="ADAL" clId="{8C1F9DB6-06A3-45DF-84CB-54E8A3CC8C20}" dt="2025-10-23T14:10:09.791" v="1114" actId="47"/>
        <pc:sldMkLst>
          <pc:docMk/>
          <pc:sldMk cId="2871671522" sldId="282"/>
        </pc:sldMkLst>
      </pc:sldChg>
      <pc:sldChg chg="del">
        <pc:chgData name="Frederick, Michael" userId="a19ffb3c-b041-4650-bd4c-44ca687be875" providerId="ADAL" clId="{8C1F9DB6-06A3-45DF-84CB-54E8A3CC8C20}" dt="2025-10-23T14:10:33.461" v="1136" actId="47"/>
        <pc:sldMkLst>
          <pc:docMk/>
          <pc:sldMk cId="356584854" sldId="283"/>
        </pc:sldMkLst>
      </pc:sldChg>
      <pc:sldChg chg="del">
        <pc:chgData name="Frederick, Michael" userId="a19ffb3c-b041-4650-bd4c-44ca687be875" providerId="ADAL" clId="{8C1F9DB6-06A3-45DF-84CB-54E8A3CC8C20}" dt="2025-10-23T14:08:30.306" v="1065" actId="47"/>
        <pc:sldMkLst>
          <pc:docMk/>
          <pc:sldMk cId="3598540191" sldId="284"/>
        </pc:sldMkLst>
      </pc:sldChg>
      <pc:sldChg chg="del">
        <pc:chgData name="Frederick, Michael" userId="a19ffb3c-b041-4650-bd4c-44ca687be875" providerId="ADAL" clId="{8C1F9DB6-06A3-45DF-84CB-54E8A3CC8C20}" dt="2025-10-23T14:10:09.791" v="1114" actId="47"/>
        <pc:sldMkLst>
          <pc:docMk/>
          <pc:sldMk cId="686481316" sldId="285"/>
        </pc:sldMkLst>
      </pc:sldChg>
      <pc:sldChg chg="del">
        <pc:chgData name="Frederick, Michael" userId="a19ffb3c-b041-4650-bd4c-44ca687be875" providerId="ADAL" clId="{8C1F9DB6-06A3-45DF-84CB-54E8A3CC8C20}" dt="2025-10-23T14:08:08.259" v="1058" actId="47"/>
        <pc:sldMkLst>
          <pc:docMk/>
          <pc:sldMk cId="2318694888" sldId="286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1323349981" sldId="287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679577148" sldId="288"/>
        </pc:sldMkLst>
      </pc:sldChg>
      <pc:sldChg chg="del">
        <pc:chgData name="Frederick, Michael" userId="a19ffb3c-b041-4650-bd4c-44ca687be875" providerId="ADAL" clId="{8C1F9DB6-06A3-45DF-84CB-54E8A3CC8C20}" dt="2025-10-23T14:10:04.705" v="1113" actId="47"/>
        <pc:sldMkLst>
          <pc:docMk/>
          <pc:sldMk cId="2439938471" sldId="298"/>
        </pc:sldMkLst>
      </pc:sldChg>
      <pc:sldChg chg="del">
        <pc:chgData name="Frederick, Michael" userId="a19ffb3c-b041-4650-bd4c-44ca687be875" providerId="ADAL" clId="{8C1F9DB6-06A3-45DF-84CB-54E8A3CC8C20}" dt="2025-10-23T14:10:29.865" v="1135" actId="47"/>
        <pc:sldMkLst>
          <pc:docMk/>
          <pc:sldMk cId="691733373" sldId="299"/>
        </pc:sldMkLst>
      </pc:sldChg>
      <pc:sldChg chg="del">
        <pc:chgData name="Frederick, Michael" userId="a19ffb3c-b041-4650-bd4c-44ca687be875" providerId="ADAL" clId="{8C1F9DB6-06A3-45DF-84CB-54E8A3CC8C20}" dt="2025-10-23T14:09:51.285" v="1109" actId="47"/>
        <pc:sldMkLst>
          <pc:docMk/>
          <pc:sldMk cId="1198094179" sldId="300"/>
        </pc:sldMkLst>
      </pc:sldChg>
      <pc:sldChg chg="del">
        <pc:chgData name="Frederick, Michael" userId="a19ffb3c-b041-4650-bd4c-44ca687be875" providerId="ADAL" clId="{8C1F9DB6-06A3-45DF-84CB-54E8A3CC8C20}" dt="2025-10-23T14:10:02.186" v="1112" actId="47"/>
        <pc:sldMkLst>
          <pc:docMk/>
          <pc:sldMk cId="1895406195" sldId="301"/>
        </pc:sldMkLst>
      </pc:sldChg>
      <pc:sldChg chg="del">
        <pc:chgData name="Frederick, Michael" userId="a19ffb3c-b041-4650-bd4c-44ca687be875" providerId="ADAL" clId="{8C1F9DB6-06A3-45DF-84CB-54E8A3CC8C20}" dt="2025-10-23T14:08:31.181" v="1066" actId="47"/>
        <pc:sldMkLst>
          <pc:docMk/>
          <pc:sldMk cId="909094525" sldId="303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2255521345" sldId="307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3898918655" sldId="309"/>
        </pc:sldMkLst>
      </pc:sldChg>
      <pc:sldChg chg="addSp delSp modSp mod">
        <pc:chgData name="Frederick, Michael" userId="a19ffb3c-b041-4650-bd4c-44ca687be875" providerId="ADAL" clId="{8C1F9DB6-06A3-45DF-84CB-54E8A3CC8C20}" dt="2025-10-23T14:36:30.959" v="1734" actId="20577"/>
        <pc:sldMkLst>
          <pc:docMk/>
          <pc:sldMk cId="3972365972" sldId="310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1178118840" sldId="311"/>
        </pc:sldMkLst>
      </pc:sldChg>
      <pc:sldChg chg="del">
        <pc:chgData name="Frederick, Michael" userId="a19ffb3c-b041-4650-bd4c-44ca687be875" providerId="ADAL" clId="{8C1F9DB6-06A3-45DF-84CB-54E8A3CC8C20}" dt="2025-10-23T14:09:51.285" v="1109" actId="47"/>
        <pc:sldMkLst>
          <pc:docMk/>
          <pc:sldMk cId="2047224506" sldId="312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1492092739" sldId="313"/>
        </pc:sldMkLst>
      </pc:sldChg>
      <pc:sldChg chg="del">
        <pc:chgData name="Frederick, Michael" userId="a19ffb3c-b041-4650-bd4c-44ca687be875" providerId="ADAL" clId="{8C1F9DB6-06A3-45DF-84CB-54E8A3CC8C20}" dt="2025-10-23T14:10:00.947" v="1111" actId="47"/>
        <pc:sldMkLst>
          <pc:docMk/>
          <pc:sldMk cId="1304873866" sldId="315"/>
        </pc:sldMkLst>
      </pc:sldChg>
      <pc:sldChg chg="modSp del mod">
        <pc:chgData name="Frederick, Michael" userId="a19ffb3c-b041-4650-bd4c-44ca687be875" providerId="ADAL" clId="{8C1F9DB6-06A3-45DF-84CB-54E8A3CC8C20}" dt="2025-10-23T14:10:39.583" v="1137" actId="47"/>
        <pc:sldMkLst>
          <pc:docMk/>
          <pc:sldMk cId="4201420398" sldId="316"/>
        </pc:sldMkLst>
      </pc:sldChg>
      <pc:sldChg chg="del">
        <pc:chgData name="Frederick, Michael" userId="a19ffb3c-b041-4650-bd4c-44ca687be875" providerId="ADAL" clId="{8C1F9DB6-06A3-45DF-84CB-54E8A3CC8C20}" dt="2025-10-23T14:08:04.953" v="1056" actId="47"/>
        <pc:sldMkLst>
          <pc:docMk/>
          <pc:sldMk cId="1564538174" sldId="317"/>
        </pc:sldMkLst>
      </pc:sldChg>
      <pc:sldChg chg="del">
        <pc:chgData name="Frederick, Michael" userId="a19ffb3c-b041-4650-bd4c-44ca687be875" providerId="ADAL" clId="{8C1F9DB6-06A3-45DF-84CB-54E8A3CC8C20}" dt="2025-10-23T14:08:06.397" v="1057" actId="47"/>
        <pc:sldMkLst>
          <pc:docMk/>
          <pc:sldMk cId="2366680464" sldId="318"/>
        </pc:sldMkLst>
      </pc:sldChg>
      <pc:sldChg chg="del">
        <pc:chgData name="Frederick, Michael" userId="a19ffb3c-b041-4650-bd4c-44ca687be875" providerId="ADAL" clId="{8C1F9DB6-06A3-45DF-84CB-54E8A3CC8C20}" dt="2025-10-23T14:10:25.302" v="1133" actId="47"/>
        <pc:sldMkLst>
          <pc:docMk/>
          <pc:sldMk cId="3699191489" sldId="319"/>
        </pc:sldMkLst>
      </pc:sldChg>
      <pc:sldChg chg="del">
        <pc:chgData name="Frederick, Michael" userId="a19ffb3c-b041-4650-bd4c-44ca687be875" providerId="ADAL" clId="{8C1F9DB6-06A3-45DF-84CB-54E8A3CC8C20}" dt="2025-10-23T14:10:28.379" v="1134" actId="47"/>
        <pc:sldMkLst>
          <pc:docMk/>
          <pc:sldMk cId="3581965501" sldId="320"/>
        </pc:sldMkLst>
      </pc:sldChg>
      <pc:sldChg chg="del">
        <pc:chgData name="Frederick, Michael" userId="a19ffb3c-b041-4650-bd4c-44ca687be875" providerId="ADAL" clId="{8C1F9DB6-06A3-45DF-84CB-54E8A3CC8C20}" dt="2025-10-23T14:09:56.687" v="1110" actId="47"/>
        <pc:sldMkLst>
          <pc:docMk/>
          <pc:sldMk cId="3680090106" sldId="321"/>
        </pc:sldMkLst>
      </pc:sldChg>
      <pc:sldChg chg="del">
        <pc:chgData name="Frederick, Michael" userId="a19ffb3c-b041-4650-bd4c-44ca687be875" providerId="ADAL" clId="{8C1F9DB6-06A3-45DF-84CB-54E8A3CC8C20}" dt="2025-10-23T14:10:09.791" v="1114" actId="47"/>
        <pc:sldMkLst>
          <pc:docMk/>
          <pc:sldMk cId="2521487208" sldId="324"/>
        </pc:sldMkLst>
      </pc:sldChg>
      <pc:sldChg chg="del">
        <pc:chgData name="Frederick, Michael" userId="a19ffb3c-b041-4650-bd4c-44ca687be875" providerId="ADAL" clId="{8C1F9DB6-06A3-45DF-84CB-54E8A3CC8C20}" dt="2025-10-23T14:09:41.723" v="1108" actId="47"/>
        <pc:sldMkLst>
          <pc:docMk/>
          <pc:sldMk cId="3290270686" sldId="326"/>
        </pc:sldMkLst>
      </pc:sldChg>
      <pc:sldChg chg="del">
        <pc:chgData name="Frederick, Michael" userId="a19ffb3c-b041-4650-bd4c-44ca687be875" providerId="ADAL" clId="{8C1F9DB6-06A3-45DF-84CB-54E8A3CC8C20}" dt="2025-10-23T14:10:09.791" v="1114" actId="47"/>
        <pc:sldMkLst>
          <pc:docMk/>
          <pc:sldMk cId="831138176" sldId="328"/>
        </pc:sldMkLst>
      </pc:sldChg>
      <pc:sldChg chg="del">
        <pc:chgData name="Frederick, Michael" userId="a19ffb3c-b041-4650-bd4c-44ca687be875" providerId="ADAL" clId="{8C1F9DB6-06A3-45DF-84CB-54E8A3CC8C20}" dt="2025-10-23T14:10:09.791" v="1114" actId="47"/>
        <pc:sldMkLst>
          <pc:docMk/>
          <pc:sldMk cId="1699577739" sldId="329"/>
        </pc:sldMkLst>
      </pc:sldChg>
      <pc:sldChg chg="del">
        <pc:chgData name="Frederick, Michael" userId="a19ffb3c-b041-4650-bd4c-44ca687be875" providerId="ADAL" clId="{8C1F9DB6-06A3-45DF-84CB-54E8A3CC8C20}" dt="2025-10-23T14:10:09.791" v="1114" actId="47"/>
        <pc:sldMkLst>
          <pc:docMk/>
          <pc:sldMk cId="1440683594" sldId="330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747234302" sldId="331"/>
        </pc:sldMkLst>
      </pc:sldChg>
      <pc:sldChg chg="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976023216" sldId="353"/>
        </pc:sldMkLst>
      </pc:sldChg>
      <pc:sldChg chg="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3161418667" sldId="356"/>
        </pc:sldMkLst>
      </pc:sldChg>
      <pc:sldChg chg="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2079626308" sldId="357"/>
        </pc:sldMkLst>
      </pc:sldChg>
      <pc:sldChg chg="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1082961335" sldId="358"/>
        </pc:sldMkLst>
      </pc:sldChg>
      <pc:sldChg chg="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2317727141" sldId="360"/>
        </pc:sldMkLst>
      </pc:sldChg>
      <pc:sldChg chg="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2523990486" sldId="361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737629252" sldId="362"/>
        </pc:sldMkLst>
      </pc:sldChg>
      <pc:sldChg chg="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4143298677" sldId="364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4187100396" sldId="369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4280036291" sldId="370"/>
        </pc:sldMkLst>
      </pc:sldChg>
      <pc:sldChg chg="del">
        <pc:chgData name="Frederick, Michael" userId="a19ffb3c-b041-4650-bd4c-44ca687be875" providerId="ADAL" clId="{8C1F9DB6-06A3-45DF-84CB-54E8A3CC8C20}" dt="2025-10-23T14:10:09.791" v="1114" actId="47"/>
        <pc:sldMkLst>
          <pc:docMk/>
          <pc:sldMk cId="307863772" sldId="372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2577773833" sldId="373"/>
        </pc:sldMkLst>
      </pc:sldChg>
      <pc:sldChg chg="modSp mod">
        <pc:chgData name="Frederick, Michael" userId="a19ffb3c-b041-4650-bd4c-44ca687be875" providerId="ADAL" clId="{8C1F9DB6-06A3-45DF-84CB-54E8A3CC8C20}" dt="2025-10-23T12:12:50.361" v="19" actId="20577"/>
        <pc:sldMkLst>
          <pc:docMk/>
          <pc:sldMk cId="3320420665" sldId="374"/>
        </pc:sldMkLst>
      </pc:sldChg>
      <pc:sldChg chg="addSp delSp modSp mod">
        <pc:chgData name="Frederick, Michael" userId="a19ffb3c-b041-4650-bd4c-44ca687be875" providerId="ADAL" clId="{8C1F9DB6-06A3-45DF-84CB-54E8A3CC8C20}" dt="2025-10-27T16:21:53.736" v="2221" actId="6549"/>
        <pc:sldMkLst>
          <pc:docMk/>
          <pc:sldMk cId="587052773" sldId="376"/>
        </pc:sldMkLst>
      </pc:sldChg>
      <pc:sldChg chg="addSp delSp modSp add mod">
        <pc:chgData name="Frederick, Michael" userId="a19ffb3c-b041-4650-bd4c-44ca687be875" providerId="ADAL" clId="{8C1F9DB6-06A3-45DF-84CB-54E8A3CC8C20}" dt="2025-10-23T14:32:10.889" v="1724" actId="1037"/>
        <pc:sldMkLst>
          <pc:docMk/>
          <pc:sldMk cId="3426027717" sldId="377"/>
        </pc:sldMkLst>
      </pc:sldChg>
      <pc:sldChg chg="addSp delSp modSp add del mod">
        <pc:chgData name="Frederick, Michael" userId="a19ffb3c-b041-4650-bd4c-44ca687be875" providerId="ADAL" clId="{8C1F9DB6-06A3-45DF-84CB-54E8A3CC8C20}" dt="2025-10-27T15:34:07.169" v="1962" actId="2696"/>
        <pc:sldMkLst>
          <pc:docMk/>
          <pc:sldMk cId="3412707931" sldId="378"/>
        </pc:sldMkLst>
      </pc:sldChg>
      <pc:sldChg chg="del">
        <pc:chgData name="Frederick, Michael" userId="a19ffb3c-b041-4650-bd4c-44ca687be875" providerId="ADAL" clId="{8C1F9DB6-06A3-45DF-84CB-54E8A3CC8C20}" dt="2025-10-23T14:08:02.707" v="1055" actId="47"/>
        <pc:sldMkLst>
          <pc:docMk/>
          <pc:sldMk cId="3715961055" sldId="382"/>
        </pc:sldMkLst>
      </pc:sldChg>
      <pc:sldChg chg="del">
        <pc:chgData name="Frederick, Michael" userId="a19ffb3c-b041-4650-bd4c-44ca687be875" providerId="ADAL" clId="{8C1F9DB6-06A3-45DF-84CB-54E8A3CC8C20}" dt="2025-10-23T14:10:09.791" v="1114" actId="47"/>
        <pc:sldMkLst>
          <pc:docMk/>
          <pc:sldMk cId="3174474842" sldId="383"/>
        </pc:sldMkLst>
      </pc:sldChg>
      <pc:sldChg chg="add del">
        <pc:chgData name="Frederick, Michael" userId="a19ffb3c-b041-4650-bd4c-44ca687be875" providerId="ADAL" clId="{8C1F9DB6-06A3-45DF-84CB-54E8A3CC8C20}" dt="2025-10-23T14:09:27.927" v="1107" actId="47"/>
        <pc:sldMkLst>
          <pc:docMk/>
          <pc:sldMk cId="2617968297" sldId="384"/>
        </pc:sldMkLst>
      </pc:sldChg>
      <pc:sldChg chg="del">
        <pc:chgData name="Frederick, Michael" userId="a19ffb3c-b041-4650-bd4c-44ca687be875" providerId="ADAL" clId="{8C1F9DB6-06A3-45DF-84CB-54E8A3CC8C20}" dt="2025-10-23T14:08:29.329" v="1064" actId="47"/>
        <pc:sldMkLst>
          <pc:docMk/>
          <pc:sldMk cId="1772881807" sldId="385"/>
        </pc:sldMkLst>
      </pc:sldChg>
      <pc:sldChg chg="del">
        <pc:chgData name="Frederick, Michael" userId="a19ffb3c-b041-4650-bd4c-44ca687be875" providerId="ADAL" clId="{8C1F9DB6-06A3-45DF-84CB-54E8A3CC8C20}" dt="2025-10-23T14:08:23.989" v="1060" actId="47"/>
        <pc:sldMkLst>
          <pc:docMk/>
          <pc:sldMk cId="2256663886" sldId="386"/>
        </pc:sldMkLst>
      </pc:sldChg>
      <pc:sldChg chg="del">
        <pc:chgData name="Frederick, Michael" userId="a19ffb3c-b041-4650-bd4c-44ca687be875" providerId="ADAL" clId="{8C1F9DB6-06A3-45DF-84CB-54E8A3CC8C20}" dt="2025-10-23T14:08:22.888" v="1059" actId="47"/>
        <pc:sldMkLst>
          <pc:docMk/>
          <pc:sldMk cId="46364629" sldId="387"/>
        </pc:sldMkLst>
      </pc:sldChg>
      <pc:sldChg chg="del">
        <pc:chgData name="Frederick, Michael" userId="a19ffb3c-b041-4650-bd4c-44ca687be875" providerId="ADAL" clId="{8C1F9DB6-06A3-45DF-84CB-54E8A3CC8C20}" dt="2025-10-23T14:08:24.876" v="1061" actId="47"/>
        <pc:sldMkLst>
          <pc:docMk/>
          <pc:sldMk cId="1974304416" sldId="388"/>
        </pc:sldMkLst>
      </pc:sldChg>
      <pc:sldChg chg="del">
        <pc:chgData name="Frederick, Michael" userId="a19ffb3c-b041-4650-bd4c-44ca687be875" providerId="ADAL" clId="{8C1F9DB6-06A3-45DF-84CB-54E8A3CC8C20}" dt="2025-10-23T14:09:51.285" v="1109" actId="47"/>
        <pc:sldMkLst>
          <pc:docMk/>
          <pc:sldMk cId="2070574561" sldId="389"/>
        </pc:sldMkLst>
      </pc:sldChg>
      <pc:sldMasterChg chg="modSldLayout">
        <pc:chgData name="Frederick, Michael" userId="a19ffb3c-b041-4650-bd4c-44ca687be875" providerId="ADAL" clId="{8C1F9DB6-06A3-45DF-84CB-54E8A3CC8C20}" dt="2025-10-27T15:43:24.449" v="2049" actId="478"/>
        <pc:sldMasterMkLst>
          <pc:docMk/>
          <pc:sldMasterMk cId="1599396375" sldId="2147483648"/>
        </pc:sldMasterMkLst>
        <pc:sldLayoutChg chg="delSp mod">
          <pc:chgData name="Frederick, Michael" userId="a19ffb3c-b041-4650-bd4c-44ca687be875" providerId="ADAL" clId="{8C1F9DB6-06A3-45DF-84CB-54E8A3CC8C20}" dt="2025-10-27T15:43:24.449" v="2049" actId="478"/>
          <pc:sldLayoutMkLst>
            <pc:docMk/>
            <pc:sldMasterMk cId="1599396375" sldId="2147483648"/>
            <pc:sldLayoutMk cId="3191119845" sldId="2147483672"/>
          </pc:sldLayoutMkLst>
        </pc:sldLayoutChg>
      </pc:sldMasterChg>
    </pc:docChg>
  </pc:docChgLst>
  <pc:docChgLst>
    <pc:chgData name="Frederick, Michael" userId="a19ffb3c-b041-4650-bd4c-44ca687be875" providerId="ADAL" clId="{27EDE327-7F90-4ECA-BA00-0ED99CE8D11A}"/>
    <pc:docChg chg="undo custSel addSld delSld modSld sldOrd">
      <pc:chgData name="Frederick, Michael" userId="a19ffb3c-b041-4650-bd4c-44ca687be875" providerId="ADAL" clId="{27EDE327-7F90-4ECA-BA00-0ED99CE8D11A}" dt="2025-12-05T06:29:30.709" v="4085" actId="20577"/>
      <pc:docMkLst>
        <pc:docMk/>
      </pc:docMkLst>
      <pc:sldChg chg="addSp delSp modSp mod">
        <pc:chgData name="Frederick, Michael" userId="a19ffb3c-b041-4650-bd4c-44ca687be875" providerId="ADAL" clId="{27EDE327-7F90-4ECA-BA00-0ED99CE8D11A}" dt="2025-12-04T06:38:37.231" v="1927" actId="20577"/>
        <pc:sldMkLst>
          <pc:docMk/>
          <pc:sldMk cId="2597888185" sldId="275"/>
        </pc:sldMkLst>
        <pc:spChg chg="mod">
          <ac:chgData name="Frederick, Michael" userId="a19ffb3c-b041-4650-bd4c-44ca687be875" providerId="ADAL" clId="{27EDE327-7F90-4ECA-BA00-0ED99CE8D11A}" dt="2025-12-04T06:38:37.231" v="1927" actId="20577"/>
          <ac:spMkLst>
            <pc:docMk/>
            <pc:sldMk cId="2597888185" sldId="275"/>
            <ac:spMk id="2" creationId="{A1F56D03-8E19-2744-8968-E668A5B4C856}"/>
          </ac:spMkLst>
        </pc:spChg>
        <pc:spChg chg="mod">
          <ac:chgData name="Frederick, Michael" userId="a19ffb3c-b041-4650-bd4c-44ca687be875" providerId="ADAL" clId="{27EDE327-7F90-4ECA-BA00-0ED99CE8D11A}" dt="2025-12-04T04:09:26.699" v="98" actId="20577"/>
          <ac:spMkLst>
            <pc:docMk/>
            <pc:sldMk cId="2597888185" sldId="275"/>
            <ac:spMk id="4" creationId="{BEDBD843-C0A8-714C-80B0-3672C91257BB}"/>
          </ac:spMkLst>
        </pc:spChg>
        <pc:graphicFrameChg chg="add del mod">
          <ac:chgData name="Frederick, Michael" userId="a19ffb3c-b041-4650-bd4c-44ca687be875" providerId="ADAL" clId="{27EDE327-7F90-4ECA-BA00-0ED99CE8D11A}" dt="2025-12-04T04:40:55.340" v="1261" actId="478"/>
          <ac:graphicFrameMkLst>
            <pc:docMk/>
            <pc:sldMk cId="2597888185" sldId="275"/>
            <ac:graphicFrameMk id="3" creationId="{B457571E-8F99-8C1A-ECEB-F98A3A620592}"/>
          </ac:graphicFrameMkLst>
        </pc:graphicFrameChg>
      </pc:sldChg>
      <pc:sldChg chg="del">
        <pc:chgData name="Frederick, Michael" userId="a19ffb3c-b041-4650-bd4c-44ca687be875" providerId="ADAL" clId="{27EDE327-7F90-4ECA-BA00-0ED99CE8D11A}" dt="2025-12-04T10:26:12.080" v="3246" actId="47"/>
        <pc:sldMkLst>
          <pc:docMk/>
          <pc:sldMk cId="3972365972" sldId="310"/>
        </pc:sldMkLst>
      </pc:sldChg>
      <pc:sldChg chg="modSp mod">
        <pc:chgData name="Frederick, Michael" userId="a19ffb3c-b041-4650-bd4c-44ca687be875" providerId="ADAL" clId="{27EDE327-7F90-4ECA-BA00-0ED99CE8D11A}" dt="2025-12-04T05:01:46.899" v="1679" actId="20577"/>
        <pc:sldMkLst>
          <pc:docMk/>
          <pc:sldMk cId="3320420665" sldId="374"/>
        </pc:sldMkLst>
        <pc:spChg chg="mod">
          <ac:chgData name="Frederick, Michael" userId="a19ffb3c-b041-4650-bd4c-44ca687be875" providerId="ADAL" clId="{27EDE327-7F90-4ECA-BA00-0ED99CE8D11A}" dt="2025-12-04T05:01:46.899" v="1679" actId="20577"/>
          <ac:spMkLst>
            <pc:docMk/>
            <pc:sldMk cId="3320420665" sldId="374"/>
            <ac:spMk id="2" creationId="{972DA22B-0666-1647-8A12-A6F6D00A5D21}"/>
          </ac:spMkLst>
        </pc:spChg>
        <pc:spChg chg="mod">
          <ac:chgData name="Frederick, Michael" userId="a19ffb3c-b041-4650-bd4c-44ca687be875" providerId="ADAL" clId="{27EDE327-7F90-4ECA-BA00-0ED99CE8D11A}" dt="2025-12-04T04:08:18.926" v="20" actId="20577"/>
          <ac:spMkLst>
            <pc:docMk/>
            <pc:sldMk cId="3320420665" sldId="374"/>
            <ac:spMk id="7" creationId="{E78B65EB-C98D-4048-A9B2-C88B4A957C09}"/>
          </ac:spMkLst>
        </pc:spChg>
      </pc:sldChg>
      <pc:sldChg chg="modSp mod">
        <pc:chgData name="Frederick, Michael" userId="a19ffb3c-b041-4650-bd4c-44ca687be875" providerId="ADAL" clId="{27EDE327-7F90-4ECA-BA00-0ED99CE8D11A}" dt="2025-10-29T05:04:37.166" v="3" actId="20577"/>
        <pc:sldMkLst>
          <pc:docMk/>
          <pc:sldMk cId="587052773" sldId="376"/>
        </pc:sldMkLst>
      </pc:sldChg>
      <pc:sldChg chg="del ord">
        <pc:chgData name="Frederick, Michael" userId="a19ffb3c-b041-4650-bd4c-44ca687be875" providerId="ADAL" clId="{27EDE327-7F90-4ECA-BA00-0ED99CE8D11A}" dt="2025-12-04T10:42:53.355" v="3750" actId="47"/>
        <pc:sldMkLst>
          <pc:docMk/>
          <pc:sldMk cId="3426027717" sldId="377"/>
        </pc:sldMkLst>
      </pc:sldChg>
      <pc:sldChg chg="delSp modSp add mod">
        <pc:chgData name="Frederick, Michael" userId="a19ffb3c-b041-4650-bd4c-44ca687be875" providerId="ADAL" clId="{27EDE327-7F90-4ECA-BA00-0ED99CE8D11A}" dt="2025-12-05T05:24:18.047" v="3962" actId="20577"/>
        <pc:sldMkLst>
          <pc:docMk/>
          <pc:sldMk cId="3266054699" sldId="378"/>
        </pc:sldMkLst>
        <pc:spChg chg="mod">
          <ac:chgData name="Frederick, Michael" userId="a19ffb3c-b041-4650-bd4c-44ca687be875" providerId="ADAL" clId="{27EDE327-7F90-4ECA-BA00-0ED99CE8D11A}" dt="2025-12-05T05:24:18.047" v="3962" actId="20577"/>
          <ac:spMkLst>
            <pc:docMk/>
            <pc:sldMk cId="3266054699" sldId="378"/>
            <ac:spMk id="2" creationId="{A624093B-8A0A-3405-EA93-164D7D9E05BE}"/>
          </ac:spMkLst>
        </pc:spChg>
        <pc:spChg chg="mod">
          <ac:chgData name="Frederick, Michael" userId="a19ffb3c-b041-4650-bd4c-44ca687be875" providerId="ADAL" clId="{27EDE327-7F90-4ECA-BA00-0ED99CE8D11A}" dt="2025-12-04T04:44:32.497" v="1326" actId="1076"/>
          <ac:spMkLst>
            <pc:docMk/>
            <pc:sldMk cId="3266054699" sldId="378"/>
            <ac:spMk id="4" creationId="{35C9F61D-0815-3646-6C6F-0694259CA8E4}"/>
          </ac:spMkLst>
        </pc:spChg>
        <pc:graphicFrameChg chg="del">
          <ac:chgData name="Frederick, Michael" userId="a19ffb3c-b041-4650-bd4c-44ca687be875" providerId="ADAL" clId="{27EDE327-7F90-4ECA-BA00-0ED99CE8D11A}" dt="2025-12-04T04:40:58.923" v="1262" actId="478"/>
          <ac:graphicFrameMkLst>
            <pc:docMk/>
            <pc:sldMk cId="3266054699" sldId="378"/>
            <ac:graphicFrameMk id="3" creationId="{A05A8167-88DB-6B03-B1F0-15076F06D1C7}"/>
          </ac:graphicFrameMkLst>
        </pc:graphicFrameChg>
      </pc:sldChg>
      <pc:sldChg chg="addSp modSp add mod">
        <pc:chgData name="Frederick, Michael" userId="a19ffb3c-b041-4650-bd4c-44ca687be875" providerId="ADAL" clId="{27EDE327-7F90-4ECA-BA00-0ED99CE8D11A}" dt="2025-12-04T10:25:54.910" v="3245" actId="313"/>
        <pc:sldMkLst>
          <pc:docMk/>
          <pc:sldMk cId="2963690617" sldId="379"/>
        </pc:sldMkLst>
        <pc:spChg chg="mod">
          <ac:chgData name="Frederick, Michael" userId="a19ffb3c-b041-4650-bd4c-44ca687be875" providerId="ADAL" clId="{27EDE327-7F90-4ECA-BA00-0ED99CE8D11A}" dt="2025-12-04T10:25:54.910" v="3245" actId="313"/>
          <ac:spMkLst>
            <pc:docMk/>
            <pc:sldMk cId="2963690617" sldId="379"/>
            <ac:spMk id="2" creationId="{1696AC84-A787-6091-F182-BA789AFB775F}"/>
          </ac:spMkLst>
        </pc:spChg>
        <pc:spChg chg="mod">
          <ac:chgData name="Frederick, Michael" userId="a19ffb3c-b041-4650-bd4c-44ca687be875" providerId="ADAL" clId="{27EDE327-7F90-4ECA-BA00-0ED99CE8D11A}" dt="2025-12-04T09:39:24.496" v="1976" actId="20577"/>
          <ac:spMkLst>
            <pc:docMk/>
            <pc:sldMk cId="2963690617" sldId="379"/>
            <ac:spMk id="4" creationId="{5BDBCB52-9BC4-2401-DA67-5BB5346994DC}"/>
          </ac:spMkLst>
        </pc:spChg>
        <pc:picChg chg="add mod">
          <ac:chgData name="Frederick, Michael" userId="a19ffb3c-b041-4650-bd4c-44ca687be875" providerId="ADAL" clId="{27EDE327-7F90-4ECA-BA00-0ED99CE8D11A}" dt="2025-12-04T10:05:49.827" v="2499" actId="1076"/>
          <ac:picMkLst>
            <pc:docMk/>
            <pc:sldMk cId="2963690617" sldId="379"/>
            <ac:picMk id="5" creationId="{2A7D6999-1CE2-93F5-4E05-568645097C4C}"/>
          </ac:picMkLst>
        </pc:picChg>
      </pc:sldChg>
      <pc:sldChg chg="addSp delSp modSp add mod ord">
        <pc:chgData name="Frederick, Michael" userId="a19ffb3c-b041-4650-bd4c-44ca687be875" providerId="ADAL" clId="{27EDE327-7F90-4ECA-BA00-0ED99CE8D11A}" dt="2025-12-04T11:03:49.014" v="3774"/>
        <pc:sldMkLst>
          <pc:docMk/>
          <pc:sldMk cId="2092664009" sldId="380"/>
        </pc:sldMkLst>
        <pc:spChg chg="mod">
          <ac:chgData name="Frederick, Michael" userId="a19ffb3c-b041-4650-bd4c-44ca687be875" providerId="ADAL" clId="{27EDE327-7F90-4ECA-BA00-0ED99CE8D11A}" dt="2025-12-04T10:43:35.026" v="3769" actId="20577"/>
          <ac:spMkLst>
            <pc:docMk/>
            <pc:sldMk cId="2092664009" sldId="380"/>
            <ac:spMk id="2" creationId="{74A55323-5BFD-3CBC-9927-3ECF83D5374A}"/>
          </ac:spMkLst>
        </pc:spChg>
        <pc:spChg chg="del mod">
          <ac:chgData name="Frederick, Michael" userId="a19ffb3c-b041-4650-bd4c-44ca687be875" providerId="ADAL" clId="{27EDE327-7F90-4ECA-BA00-0ED99CE8D11A}" dt="2025-12-04T10:36:49.657" v="3312" actId="478"/>
          <ac:spMkLst>
            <pc:docMk/>
            <pc:sldMk cId="2092664009" sldId="380"/>
            <ac:spMk id="3" creationId="{00F90528-F786-462F-8B69-4AF13FD34233}"/>
          </ac:spMkLst>
        </pc:spChg>
        <pc:spChg chg="add del mod">
          <ac:chgData name="Frederick, Michael" userId="a19ffb3c-b041-4650-bd4c-44ca687be875" providerId="ADAL" clId="{27EDE327-7F90-4ECA-BA00-0ED99CE8D11A}" dt="2025-12-04T10:36:52.769" v="3313" actId="478"/>
          <ac:spMkLst>
            <pc:docMk/>
            <pc:sldMk cId="2092664009" sldId="380"/>
            <ac:spMk id="7" creationId="{757933AF-7B0A-641D-97BD-73543A7828C3}"/>
          </ac:spMkLst>
        </pc:spChg>
        <pc:spChg chg="add mod">
          <ac:chgData name="Frederick, Michael" userId="a19ffb3c-b041-4650-bd4c-44ca687be875" providerId="ADAL" clId="{27EDE327-7F90-4ECA-BA00-0ED99CE8D11A}" dt="2025-12-04T10:39:36.880" v="3510" actId="20577"/>
          <ac:spMkLst>
            <pc:docMk/>
            <pc:sldMk cId="2092664009" sldId="380"/>
            <ac:spMk id="10" creationId="{BF0A9049-0C35-4B4F-F4C7-02EAFD47FA21}"/>
          </ac:spMkLst>
        </pc:spChg>
        <pc:graphicFrameChg chg="add mod">
          <ac:chgData name="Frederick, Michael" userId="a19ffb3c-b041-4650-bd4c-44ca687be875" providerId="ADAL" clId="{27EDE327-7F90-4ECA-BA00-0ED99CE8D11A}" dt="2025-12-04T10:36:45.631" v="3311"/>
          <ac:graphicFrameMkLst>
            <pc:docMk/>
            <pc:sldMk cId="2092664009" sldId="380"/>
            <ac:graphicFrameMk id="5" creationId="{41EEB419-2F81-17F0-19C8-E8A52D462FA8}"/>
          </ac:graphicFrameMkLst>
        </pc:graphicFrameChg>
        <pc:graphicFrameChg chg="add mod">
          <ac:chgData name="Frederick, Michael" userId="a19ffb3c-b041-4650-bd4c-44ca687be875" providerId="ADAL" clId="{27EDE327-7F90-4ECA-BA00-0ED99CE8D11A}" dt="2025-12-04T10:36:53.498" v="3314"/>
          <ac:graphicFrameMkLst>
            <pc:docMk/>
            <pc:sldMk cId="2092664009" sldId="380"/>
            <ac:graphicFrameMk id="8" creationId="{3FE23BC5-129D-6577-0F96-43656750E347}"/>
          </ac:graphicFrameMkLst>
        </pc:graphicFrameChg>
        <pc:graphicFrameChg chg="add mod modGraphic">
          <ac:chgData name="Frederick, Michael" userId="a19ffb3c-b041-4650-bd4c-44ca687be875" providerId="ADAL" clId="{27EDE327-7F90-4ECA-BA00-0ED99CE8D11A}" dt="2025-12-04T10:39:16.394" v="3493"/>
          <ac:graphicFrameMkLst>
            <pc:docMk/>
            <pc:sldMk cId="2092664009" sldId="380"/>
            <ac:graphicFrameMk id="9" creationId="{AA44A3C8-9657-43E9-4E65-058A60EA9F43}"/>
          </ac:graphicFrameMkLst>
        </pc:graphicFrameChg>
      </pc:sldChg>
      <pc:sldChg chg="addSp delSp modSp add mod">
        <pc:chgData name="Frederick, Michael" userId="a19ffb3c-b041-4650-bd4c-44ca687be875" providerId="ADAL" clId="{27EDE327-7F90-4ECA-BA00-0ED99CE8D11A}" dt="2025-12-05T06:29:30.709" v="4085" actId="20577"/>
        <pc:sldMkLst>
          <pc:docMk/>
          <pc:sldMk cId="4285705376" sldId="381"/>
        </pc:sldMkLst>
        <pc:spChg chg="add mod">
          <ac:chgData name="Frederick, Michael" userId="a19ffb3c-b041-4650-bd4c-44ca687be875" providerId="ADAL" clId="{27EDE327-7F90-4ECA-BA00-0ED99CE8D11A}" dt="2025-12-05T06:29:30.709" v="4085" actId="20577"/>
          <ac:spMkLst>
            <pc:docMk/>
            <pc:sldMk cId="4285705376" sldId="381"/>
            <ac:spMk id="2" creationId="{0FAE6A7A-0BE9-E479-F773-B1D59B1EF05A}"/>
          </ac:spMkLst>
        </pc:spChg>
        <pc:spChg chg="mod">
          <ac:chgData name="Frederick, Michael" userId="a19ffb3c-b041-4650-bd4c-44ca687be875" providerId="ADAL" clId="{27EDE327-7F90-4ECA-BA00-0ED99CE8D11A}" dt="2025-12-04T10:40:32.817" v="3540" actId="20577"/>
          <ac:spMkLst>
            <pc:docMk/>
            <pc:sldMk cId="4285705376" sldId="381"/>
            <ac:spMk id="4" creationId="{F5A9006F-7813-6CF1-23B1-75ACC80DB7C9}"/>
          </ac:spMkLst>
        </pc:spChg>
        <pc:picChg chg="del">
          <ac:chgData name="Frederick, Michael" userId="a19ffb3c-b041-4650-bd4c-44ca687be875" providerId="ADAL" clId="{27EDE327-7F90-4ECA-BA00-0ED99CE8D11A}" dt="2025-12-04T10:40:19.312" v="3529" actId="478"/>
          <ac:picMkLst>
            <pc:docMk/>
            <pc:sldMk cId="4285705376" sldId="381"/>
            <ac:picMk id="10" creationId="{97C0FED5-AF05-144B-B23E-B205FC2DA903}"/>
          </ac:picMkLst>
        </pc:picChg>
        <pc:picChg chg="del">
          <ac:chgData name="Frederick, Michael" userId="a19ffb3c-b041-4650-bd4c-44ca687be875" providerId="ADAL" clId="{27EDE327-7F90-4ECA-BA00-0ED99CE8D11A}" dt="2025-12-04T10:40:20.801" v="3530" actId="478"/>
          <ac:picMkLst>
            <pc:docMk/>
            <pc:sldMk cId="4285705376" sldId="381"/>
            <ac:picMk id="12" creationId="{9328D516-D385-9467-8C11-44502764914D}"/>
          </ac:picMkLst>
        </pc:picChg>
        <pc:picChg chg="del">
          <ac:chgData name="Frederick, Michael" userId="a19ffb3c-b041-4650-bd4c-44ca687be875" providerId="ADAL" clId="{27EDE327-7F90-4ECA-BA00-0ED99CE8D11A}" dt="2025-12-04T10:40:21.482" v="3531" actId="478"/>
          <ac:picMkLst>
            <pc:docMk/>
            <pc:sldMk cId="4285705376" sldId="381"/>
            <ac:picMk id="14" creationId="{C71ED231-D1C2-14AE-5BAA-D5F49194FFDD}"/>
          </ac:picMkLst>
        </pc:picChg>
      </pc:sldChg>
      <pc:sldChg chg="addSp delSp modSp add mod ord">
        <pc:chgData name="Frederick, Michael" userId="a19ffb3c-b041-4650-bd4c-44ca687be875" providerId="ADAL" clId="{27EDE327-7F90-4ECA-BA00-0ED99CE8D11A}" dt="2025-12-04T11:05:02.221" v="3823" actId="1076"/>
        <pc:sldMkLst>
          <pc:docMk/>
          <pc:sldMk cId="4160875937" sldId="382"/>
        </pc:sldMkLst>
        <pc:spChg chg="del">
          <ac:chgData name="Frederick, Michael" userId="a19ffb3c-b041-4650-bd4c-44ca687be875" providerId="ADAL" clId="{27EDE327-7F90-4ECA-BA00-0ED99CE8D11A}" dt="2025-12-04T11:04:02.100" v="3817" actId="478"/>
          <ac:spMkLst>
            <pc:docMk/>
            <pc:sldMk cId="4160875937" sldId="382"/>
            <ac:spMk id="2" creationId="{80B4A8F8-341F-3524-D7A4-ED38CC901CF5}"/>
          </ac:spMkLst>
        </pc:spChg>
        <pc:spChg chg="mod">
          <ac:chgData name="Frederick, Michael" userId="a19ffb3c-b041-4650-bd4c-44ca687be875" providerId="ADAL" clId="{27EDE327-7F90-4ECA-BA00-0ED99CE8D11A}" dt="2025-12-04T11:03:58.391" v="3816" actId="20577"/>
          <ac:spMkLst>
            <pc:docMk/>
            <pc:sldMk cId="4160875937" sldId="382"/>
            <ac:spMk id="4" creationId="{60007184-9A8C-C81F-2B12-D473494704BE}"/>
          </ac:spMkLst>
        </pc:spChg>
        <pc:spChg chg="add del mod">
          <ac:chgData name="Frederick, Michael" userId="a19ffb3c-b041-4650-bd4c-44ca687be875" providerId="ADAL" clId="{27EDE327-7F90-4ECA-BA00-0ED99CE8D11A}" dt="2025-12-04T11:04:05.845" v="3818" actId="478"/>
          <ac:spMkLst>
            <pc:docMk/>
            <pc:sldMk cId="4160875937" sldId="382"/>
            <ac:spMk id="5" creationId="{2917F362-3DA5-BDE8-1358-ECA8D6D1E7F4}"/>
          </ac:spMkLst>
        </pc:spChg>
        <pc:graphicFrameChg chg="add mod">
          <ac:chgData name="Frederick, Michael" userId="a19ffb3c-b041-4650-bd4c-44ca687be875" providerId="ADAL" clId="{27EDE327-7F90-4ECA-BA00-0ED99CE8D11A}" dt="2025-12-04T11:04:12.672" v="3819"/>
          <ac:graphicFrameMkLst>
            <pc:docMk/>
            <pc:sldMk cId="4160875937" sldId="382"/>
            <ac:graphicFrameMk id="6" creationId="{13C6EED7-BDBC-8729-E8AC-03509220DF34}"/>
          </ac:graphicFrameMkLst>
        </pc:graphicFrameChg>
        <pc:picChg chg="add mod">
          <ac:chgData name="Frederick, Michael" userId="a19ffb3c-b041-4650-bd4c-44ca687be875" providerId="ADAL" clId="{27EDE327-7F90-4ECA-BA00-0ED99CE8D11A}" dt="2025-12-04T11:05:02.221" v="3823" actId="1076"/>
          <ac:picMkLst>
            <pc:docMk/>
            <pc:sldMk cId="4160875937" sldId="382"/>
            <ac:picMk id="9" creationId="{F0F06D60-21AC-8022-11BD-98557BFA6F1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0E776E-58AC-EA47-948C-28ACB05C00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83DC-5BD7-FB40-BCC8-4D283B2BA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B04F4-C842-4944-BB52-25F717F249E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CC68A-51A6-A942-94B5-D9C64A8DA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6CB8E-A16E-3C45-8DCF-0C93D26340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4EF68-7CC1-1340-B300-DF14A44D0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C35CE-8C34-6944-B9CA-59AB7C150D9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FE8C6-40C5-3A47-B40B-BF6D6683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Wells Fargo Sans" panose="020B0503020203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4574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14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71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9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F0BC6DC4-FB3E-75DC-85FB-A224D1F7D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5852796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</p:spTree>
    <p:extLst>
      <p:ext uri="{BB962C8B-B14F-4D97-AF65-F5344CB8AC3E}">
        <p14:creationId xmlns:p14="http://schemas.microsoft.com/office/powerpoint/2010/main" val="83114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A1EF5CC7-F0EA-8078-A534-7C1AE5D1F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4297680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20111739-A47E-B30F-E9C0-78208DDDB98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212080" y="2148840"/>
            <a:ext cx="3575341" cy="402336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67375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760" y="1600200"/>
            <a:ext cx="4023360" cy="0"/>
          </a:xfrm>
          <a:prstGeom prst="line">
            <a:avLst/>
          </a:prstGeom>
          <a:ln w="1905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828800"/>
            <a:ext cx="4023360" cy="4340224"/>
          </a:xfrm>
        </p:spPr>
        <p:txBody>
          <a:bodyPr numCol="1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7941C5E-69DA-4A4E-99CB-9F761C379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" y="1828802"/>
            <a:ext cx="8413115" cy="4340224"/>
          </a:xfrm>
        </p:spPr>
        <p:txBody>
          <a:bodyPr numCol="2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7DB0427-6005-7646-A1DA-069FBA06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1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600201"/>
            <a:ext cx="8412480" cy="4568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6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00201"/>
            <a:ext cx="5486400" cy="4568825"/>
          </a:xfrm>
        </p:spPr>
        <p:txBody>
          <a:bodyPr>
            <a:noAutofit/>
          </a:bodyPr>
          <a:lstStyle>
            <a:lvl1pPr marL="274320" indent="-274320">
              <a:lnSpc>
                <a:spcPct val="100000"/>
              </a:lnSpc>
              <a:buFont typeface="Wells Fargo Sans Display" panose="020B0503020203020204" pitchFamily="34" charset="0"/>
              <a:buChar char="•"/>
              <a:defRPr sz="2400">
                <a:latin typeface="+mj-lt"/>
              </a:defRPr>
            </a:lvl1pPr>
            <a:lvl2pPr marL="5486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2pPr>
            <a:lvl3pPr marL="8229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3pPr>
            <a:lvl4pPr marL="10972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4pPr>
            <a:lvl5pPr marL="137160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5pPr>
            <a:lvl6pPr marL="164592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6pPr>
            <a:lvl7pPr marL="19202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7pPr>
            <a:lvl8pPr marL="21945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8pPr>
            <a:lvl9pPr marL="24688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5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6DEEE1-C08A-1E44-BEC5-E09044562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488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9BFDC9A-8BFC-8946-84F2-2786226F4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E1199F-835A-AB49-B657-252EF2C5A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17921" y="1600200"/>
            <a:ext cx="256095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7759C7B-BF36-F44D-BEAC-32033DC69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548639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D805AD4-73CF-FE45-8F86-233D14A0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548640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600200"/>
            <a:ext cx="256031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4BDA51D-739A-6147-AE33-B80AD504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E22618-D046-4A43-A145-B5CC229DC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5" name="Chart Placeholder 1">
            <a:extLst>
              <a:ext uri="{FF2B5EF4-FFF2-40B4-BE49-F238E27FC236}">
                <a16:creationId xmlns:a16="http://schemas.microsoft.com/office/drawing/2014/main" id="{1739FB7C-9269-7342-8648-01158E245B2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6576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A9A5DDBF-F036-D247-8214-85BE84E1C4F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29184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E53449-679B-CC46-BF8F-F1C105ECD91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1792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964DD178-5836-D24D-9CF5-2E0FDE4934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6576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CB0AE243-8D47-2941-B6AB-7A7BFCBEE1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29184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6">
            <a:extLst>
              <a:ext uri="{FF2B5EF4-FFF2-40B4-BE49-F238E27FC236}">
                <a16:creationId xmlns:a16="http://schemas.microsoft.com/office/drawing/2014/main" id="{C99EE39F-D270-8347-9E90-33ACBAEA071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21792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9DBD1E6-5A74-274B-8433-97A77208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946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E2FBBB-4BFC-1AB6-5E83-533AFC32E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E797A7-B759-D718-EF36-560A0F0BEE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57A7267-38A2-7E1B-5497-9B2C09D56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1">
    <p:bg>
      <p:bgPr>
        <a:solidFill>
          <a:srgbClr val="706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0FCA519-A381-9664-44E5-81BD7408B9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F55F3-F308-6089-0D10-73F1F8CB9E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737CCE9-027D-80CB-2818-D6DCF786E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07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4"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EA7E7E-589C-85BF-6061-541DF5D45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7D9D10-C4B2-D0CF-345D-BFE471A58B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F405144-9A03-7AAA-CEC7-4563FA4ED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9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FCB847C-997A-38E1-BFC2-A0C080DC5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BAD93E4-DCE8-9F07-CB9D-C6B6EA8E627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3E3D0D3-6F76-C4D1-CE58-D099C5F0C3EB}"/>
              </a:ext>
            </a:extLst>
          </p:cNvPr>
          <p:cNvSpPr txBox="1">
            <a:spLocks/>
          </p:cNvSpPr>
          <p:nvPr userDrawn="1"/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227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457200"/>
            <a:ext cx="5487035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E076051-AE4B-CF44-AB12-A6CC31DC24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703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5" descr="Upload or paste an image here">
            <a:extLst>
              <a:ext uri="{FF2B5EF4-FFF2-40B4-BE49-F238E27FC236}">
                <a16:creationId xmlns:a16="http://schemas.microsoft.com/office/drawing/2014/main" id="{1AC4A27E-4357-361F-21AB-42B2C26A56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8238" y="0"/>
            <a:ext cx="2925762" cy="685800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042F1D1-52E8-5643-866B-0EB322CE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4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hot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1600200"/>
            <a:ext cx="841248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A079D476-4360-124F-F8E0-1F5E77BFBD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2103438"/>
            <a:ext cx="9144000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C7E36A9-B84B-7E40-9E84-C82B263B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1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hoto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9" y="1600200"/>
            <a:ext cx="54864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8" name="Content Placeholder 8" descr="Upload or paste an image here">
            <a:extLst>
              <a:ext uri="{FF2B5EF4-FFF2-40B4-BE49-F238E27FC236}">
                <a16:creationId xmlns:a16="http://schemas.microsoft.com/office/drawing/2014/main" id="{7A33E1AF-7834-BBF7-AD0C-ACE593C44F2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2103438"/>
            <a:ext cx="6218238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44CA248-D2A9-BE4C-8A71-862CADED0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921" y="1600200"/>
            <a:ext cx="256032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9" name="Content Placeholder 8" descr="Upload or paste an image here">
            <a:extLst>
              <a:ext uri="{FF2B5EF4-FFF2-40B4-BE49-F238E27FC236}">
                <a16:creationId xmlns:a16="http://schemas.microsoft.com/office/drawing/2014/main" id="{BB75E35E-A352-66BD-65E0-009B7A2B0B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7919" y="2104823"/>
            <a:ext cx="2926399" cy="4754562"/>
          </a:xfrm>
          <a:solidFill>
            <a:srgbClr val="BCBBBA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5695995-E9EC-9741-9AB6-FA7A10F354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6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E475588-47DB-0041-A49C-8F0EF8600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665BEEFC-B89E-9C41-8260-1542F0B43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lls Fargo Premier" descr="Wells Fargo Premier">
            <a:extLst>
              <a:ext uri="{FF2B5EF4-FFF2-40B4-BE49-F238E27FC236}">
                <a16:creationId xmlns:a16="http://schemas.microsoft.com/office/drawing/2014/main" id="{D3BD62DB-D680-0B2B-728F-3A3CC2F5D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80231D-7943-F647-B67D-262940DDDB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341846"/>
            <a:ext cx="2560320" cy="183035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00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92DFF9-7821-50F5-7BAD-F522777D9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743200"/>
            <a:ext cx="8397241" cy="709421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3821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EF5521F-5C5A-4C48-8B35-7AA5E060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8CBF009-1B9F-4150-8EC1-2D97F9BB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600200"/>
            <a:ext cx="841248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B92F20D-48D7-2E43-BCAC-BA410B21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9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73" r:id="rId3"/>
    <p:sldLayoutId id="2147483672" r:id="rId4"/>
    <p:sldLayoutId id="2147483650" r:id="rId5"/>
    <p:sldLayoutId id="2147483675" r:id="rId6"/>
    <p:sldLayoutId id="2147483652" r:id="rId7"/>
    <p:sldLayoutId id="2147483658" r:id="rId8"/>
    <p:sldLayoutId id="2147483669" r:id="rId9"/>
    <p:sldLayoutId id="2147483670" r:id="rId10"/>
    <p:sldLayoutId id="2147483674" r:id="rId11"/>
    <p:sldLayoutId id="2147483651" r:id="rId12"/>
    <p:sldLayoutId id="2147483662" r:id="rId13"/>
    <p:sldLayoutId id="2147483664" r:id="rId14"/>
    <p:sldLayoutId id="2147483661" r:id="rId15"/>
    <p:sldLayoutId id="2147483667" r:id="rId16"/>
    <p:sldLayoutId id="2147483666" r:id="rId17"/>
    <p:sldLayoutId id="2147483668" r:id="rId18"/>
    <p:sldLayoutId id="2147483654" r:id="rId19"/>
    <p:sldLayoutId id="2147483655" r:id="rId20"/>
    <p:sldLayoutId id="214748367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 typeface="Wells Fargo Sans" panose="020B0503020203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5530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836033-BF24-A54C-A030-AB28AE447995}"/>
              </a:ext>
            </a:extLst>
          </p:cNvPr>
          <p:cNvSpPr txBox="1"/>
          <p:nvPr/>
        </p:nvSpPr>
        <p:spPr>
          <a:xfrm>
            <a:off x="3200400" y="762000"/>
            <a:ext cx="22860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Wells Fargo Premier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logo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72DA22B-0666-1647-8A12-A6F6D00A5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124" y="2834640"/>
            <a:ext cx="7331075" cy="1779684"/>
          </a:xfrm>
        </p:spPr>
        <p:txBody>
          <a:bodyPr/>
          <a:lstStyle/>
          <a:p>
            <a:r>
              <a:rPr lang="en-US" dirty="0"/>
              <a:t>Agentic AI – Pre Requisite - Overview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78B65EB-C98D-4048-A9B2-C88B4A957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December 2025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4A1E0883-8C2E-CADE-2870-9987AEF48330}"/>
              </a:ext>
            </a:extLst>
          </p:cNvPr>
          <p:cNvSpPr txBox="1"/>
          <p:nvPr/>
        </p:nvSpPr>
        <p:spPr>
          <a:xfrm>
            <a:off x="365125" y="6175353"/>
            <a:ext cx="4023360" cy="45404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800" dirty="0"/>
              <a:t>© 2025 Wells Fargo Bank, N.A. </a:t>
            </a:r>
          </a:p>
        </p:txBody>
      </p:sp>
    </p:spTree>
    <p:extLst>
      <p:ext uri="{BB962C8B-B14F-4D97-AF65-F5344CB8AC3E}">
        <p14:creationId xmlns:p14="http://schemas.microsoft.com/office/powerpoint/2010/main" val="332042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EDBD843-C0A8-714C-80B0-3672C912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F56D03-8E19-2744-8968-E668A5B4C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Art &amp; Science of designing effective queries or instructions to get desired responses. Better questions to get better answers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Avoid using vague prompts (“Improve the email” vs  “Rewrite this email to sound more confident and concise when asking a stakeholder for feedback on a technical proposal”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Anatomy of Prompt </a:t>
            </a:r>
          </a:p>
          <a:p>
            <a:pPr lvl="2"/>
            <a:r>
              <a:rPr lang="en-US" sz="1200" dirty="0"/>
              <a:t>Persona		-&gt; What role ?</a:t>
            </a:r>
          </a:p>
          <a:p>
            <a:pPr lvl="2"/>
            <a:r>
              <a:rPr lang="en-US" sz="1200" dirty="0"/>
              <a:t>Instructions		-&gt; What should model do ?</a:t>
            </a:r>
          </a:p>
          <a:p>
            <a:pPr lvl="2"/>
            <a:r>
              <a:rPr lang="en-US" sz="1200" dirty="0"/>
              <a:t>Input Content	-&gt; Text to be processed</a:t>
            </a:r>
          </a:p>
          <a:p>
            <a:pPr lvl="2"/>
            <a:r>
              <a:rPr lang="en-US" sz="1200" dirty="0"/>
              <a:t>Format		-&gt; Output format requirements</a:t>
            </a:r>
          </a:p>
          <a:p>
            <a:pPr lvl="2"/>
            <a:r>
              <a:rPr lang="en-US" sz="1200" dirty="0"/>
              <a:t>Additional Information	-&gt; Context/Background</a:t>
            </a:r>
          </a:p>
          <a:p>
            <a:r>
              <a:rPr lang="en-US" sz="1200" dirty="0"/>
              <a:t>Categories of Prompt</a:t>
            </a:r>
          </a:p>
          <a:p>
            <a:pPr lvl="2"/>
            <a:r>
              <a:rPr lang="en-US" sz="1200" dirty="0"/>
              <a:t>Zero Shot	  	-&gt; No examples ; Uses existing knowledge</a:t>
            </a:r>
          </a:p>
          <a:p>
            <a:pPr lvl="2"/>
            <a:r>
              <a:rPr lang="en-US" sz="1200" dirty="0"/>
              <a:t>Few Shot	   	-&gt;Few examples to guide the model</a:t>
            </a:r>
          </a:p>
          <a:p>
            <a:pPr lvl="2"/>
            <a:r>
              <a:rPr lang="en-US" sz="1200" dirty="0"/>
              <a:t>Chain of thought   	-&gt; Guide the model step by step</a:t>
            </a:r>
          </a:p>
          <a:p>
            <a:r>
              <a:rPr lang="en-US" sz="1200" dirty="0"/>
              <a:t>How to get better responses</a:t>
            </a:r>
          </a:p>
          <a:p>
            <a:pPr lvl="2"/>
            <a:r>
              <a:rPr lang="en-US" sz="1200" dirty="0"/>
              <a:t>Be clear</a:t>
            </a:r>
          </a:p>
          <a:p>
            <a:pPr lvl="2"/>
            <a:r>
              <a:rPr lang="en-US" sz="1200" dirty="0"/>
              <a:t>Offer context</a:t>
            </a:r>
          </a:p>
          <a:p>
            <a:pPr lvl="2"/>
            <a:r>
              <a:rPr lang="en-US" sz="1200" dirty="0"/>
              <a:t>Be specific</a:t>
            </a:r>
          </a:p>
          <a:p>
            <a:pPr lvl="2"/>
            <a:r>
              <a:rPr lang="en-US" sz="1200" dirty="0"/>
              <a:t>Iterate &amp; Refine</a:t>
            </a:r>
          </a:p>
          <a:p>
            <a:pPr lvl="2"/>
            <a:r>
              <a:rPr lang="en-US" sz="1200" dirty="0"/>
              <a:t>Self reflection – Ask for model bias</a:t>
            </a:r>
          </a:p>
          <a:p>
            <a:pPr lvl="2"/>
            <a:r>
              <a:rPr lang="en-US" sz="1200" dirty="0"/>
              <a:t>Avoid unnecessary details</a:t>
            </a:r>
          </a:p>
          <a:p>
            <a:r>
              <a:rPr lang="en-US" sz="1200" dirty="0"/>
              <a:t>Evaluation Criteria</a:t>
            </a:r>
          </a:p>
          <a:p>
            <a:pPr lvl="2"/>
            <a:r>
              <a:rPr lang="en-US" sz="1200" dirty="0"/>
              <a:t>Accuracy –&gt; Factually correct &amp; knowing the source of information</a:t>
            </a:r>
          </a:p>
          <a:p>
            <a:pPr lvl="2"/>
            <a:r>
              <a:rPr lang="en-US" sz="1200" dirty="0"/>
              <a:t>Coherence –&gt;  Logically connected response</a:t>
            </a:r>
          </a:p>
          <a:p>
            <a:pPr lvl="2"/>
            <a:r>
              <a:rPr lang="en-US" sz="1200" dirty="0"/>
              <a:t>Bias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FD9EB98-256E-C04E-AA1A-80080D5906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8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2FAD-3A76-DA8A-FC46-F3D04D9A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5C9F61D-0815-3646-6C6F-0694259C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24093B-8A0A-3405-EA93-164D7D9E0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5791200"/>
          </a:xfrm>
        </p:spPr>
        <p:txBody>
          <a:bodyPr/>
          <a:lstStyle/>
          <a:p>
            <a:r>
              <a:rPr lang="en-US" sz="1200" dirty="0"/>
              <a:t>Evaluation Techniques</a:t>
            </a:r>
          </a:p>
          <a:p>
            <a:pPr lvl="2"/>
            <a:r>
              <a:rPr lang="en-US" sz="1200" dirty="0"/>
              <a:t>Surveys &amp; Interviews from users</a:t>
            </a:r>
          </a:p>
          <a:p>
            <a:pPr lvl="2"/>
            <a:r>
              <a:rPr lang="en-US" sz="1200" dirty="0"/>
              <a:t>Self critique the model</a:t>
            </a:r>
          </a:p>
          <a:p>
            <a:r>
              <a:rPr lang="en-US" sz="1200" dirty="0"/>
              <a:t>Better results by adjusting parameters</a:t>
            </a:r>
          </a:p>
          <a:p>
            <a:pPr lvl="2"/>
            <a:r>
              <a:rPr lang="en-US" sz="1200" dirty="0"/>
              <a:t>Temperature – For creativity</a:t>
            </a:r>
          </a:p>
          <a:p>
            <a:pPr lvl="2"/>
            <a:r>
              <a:rPr lang="en-US" sz="1200" dirty="0"/>
              <a:t>Max Tokens – For response</a:t>
            </a:r>
          </a:p>
          <a:p>
            <a:pPr lvl="2"/>
            <a:r>
              <a:rPr lang="en-US" sz="1200" dirty="0"/>
              <a:t>Top P – For Limiting top choices of most likely responses</a:t>
            </a:r>
          </a:p>
          <a:p>
            <a:pPr lvl="2"/>
            <a:r>
              <a:rPr lang="en-US" sz="1200" dirty="0"/>
              <a:t>Stop Sequence – Where to stop generating text</a:t>
            </a:r>
          </a:p>
          <a:p>
            <a:r>
              <a:rPr lang="en-US" sz="1200" dirty="0"/>
              <a:t>Prompt Design Strategy – Basis</a:t>
            </a:r>
          </a:p>
          <a:p>
            <a:pPr lvl="2"/>
            <a:r>
              <a:rPr lang="en-US" sz="1200" dirty="0"/>
              <a:t>Task</a:t>
            </a:r>
          </a:p>
          <a:p>
            <a:pPr lvl="2"/>
            <a:r>
              <a:rPr lang="en-US" sz="1200" dirty="0"/>
              <a:t>AI Model</a:t>
            </a:r>
          </a:p>
          <a:p>
            <a:pPr lvl="2"/>
            <a:r>
              <a:rPr lang="en-US" sz="1200" dirty="0"/>
              <a:t>Desired Output</a:t>
            </a:r>
          </a:p>
          <a:p>
            <a:r>
              <a:rPr lang="en-US" sz="1200" dirty="0"/>
              <a:t>Byproduct of Task Specific Prompt</a:t>
            </a:r>
          </a:p>
          <a:p>
            <a:pPr lvl="2"/>
            <a:r>
              <a:rPr lang="en-US" sz="1200" dirty="0"/>
              <a:t>Greater Accuracy</a:t>
            </a:r>
          </a:p>
          <a:p>
            <a:pPr lvl="2"/>
            <a:r>
              <a:rPr lang="en-US" sz="1200" dirty="0"/>
              <a:t>Fine-tuned control</a:t>
            </a:r>
          </a:p>
          <a:p>
            <a:pPr lvl="2"/>
            <a:r>
              <a:rPr lang="en-US" sz="1200" dirty="0"/>
              <a:t>Improved Performance</a:t>
            </a:r>
          </a:p>
          <a:p>
            <a:pPr lvl="2"/>
            <a:r>
              <a:rPr lang="en-US" sz="1200" dirty="0"/>
              <a:t>Better user experience</a:t>
            </a:r>
          </a:p>
          <a:p>
            <a:r>
              <a:rPr lang="en-US" sz="1200" dirty="0"/>
              <a:t>Prompt Template</a:t>
            </a:r>
          </a:p>
          <a:p>
            <a:pPr lvl="2"/>
            <a:r>
              <a:rPr lang="en-US" sz="1200" dirty="0"/>
              <a:t>“You are a financial analyst . Can you tell me the latest share price value of {</a:t>
            </a:r>
            <a:r>
              <a:rPr lang="en-US" sz="1200" dirty="0" err="1"/>
              <a:t>companyname</a:t>
            </a:r>
            <a:r>
              <a:rPr lang="en-US" sz="1200" dirty="0"/>
              <a:t>} ? “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605211F-DF24-1A4B-D5A7-196600C8A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5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3828C-63EF-2DC7-9D30-99CC980D9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BDBCB52-9BC4-2401-DA67-5BB53469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Agentic AI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96AC84-A787-6091-F182-BA789AFB7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5791200"/>
          </a:xfrm>
        </p:spPr>
        <p:txBody>
          <a:bodyPr/>
          <a:lstStyle/>
          <a:p>
            <a:r>
              <a:rPr lang="en-US" sz="1200" dirty="0"/>
              <a:t>Large Language Models</a:t>
            </a:r>
          </a:p>
          <a:p>
            <a:pPr lvl="2"/>
            <a:r>
              <a:rPr lang="en-US" sz="1200" dirty="0"/>
              <a:t>Pre-trained</a:t>
            </a:r>
          </a:p>
          <a:p>
            <a:pPr lvl="2"/>
            <a:r>
              <a:rPr lang="en-US" sz="1200" dirty="0"/>
              <a:t>Tokens  -&gt; Smallest broken text unit that LLM processes</a:t>
            </a:r>
          </a:p>
          <a:p>
            <a:pPr lvl="2"/>
            <a:r>
              <a:rPr lang="en-US" sz="1200" dirty="0"/>
              <a:t>Vector – Array of numbers forming embedding</a:t>
            </a:r>
          </a:p>
          <a:p>
            <a:pPr lvl="2"/>
            <a:r>
              <a:rPr lang="en-US" sz="1200" dirty="0"/>
              <a:t>Embeddings – Numerical representation of tokens that forms semantic meaning</a:t>
            </a:r>
          </a:p>
          <a:p>
            <a:pPr lvl="2"/>
            <a:endParaRPr lang="en-US" sz="1200" dirty="0"/>
          </a:p>
          <a:p>
            <a:pPr lvl="2"/>
            <a:endParaRPr lang="en-US" sz="1200" dirty="0"/>
          </a:p>
          <a:p>
            <a:r>
              <a:rPr lang="en-US" sz="1200" dirty="0"/>
              <a:t>Agents</a:t>
            </a:r>
          </a:p>
          <a:p>
            <a:pPr lvl="2"/>
            <a:r>
              <a:rPr lang="en-US" sz="1200" dirty="0"/>
              <a:t> Input -&gt; LLM -&gt; Action -&gt; Feedback -&gt; Stop/Out </a:t>
            </a:r>
          </a:p>
          <a:p>
            <a:pPr lvl="2"/>
            <a:r>
              <a:rPr lang="en-US" sz="1200" dirty="0"/>
              <a:t>Perceive / Reason / Act / Learn</a:t>
            </a:r>
          </a:p>
          <a:p>
            <a:pPr lvl="2"/>
            <a:r>
              <a:rPr lang="en-US" sz="1200" dirty="0"/>
              <a:t>Characteristics -&gt; Autonomous / Human-in-loop / Goal oriented</a:t>
            </a:r>
          </a:p>
          <a:p>
            <a:pPr lvl="2"/>
            <a:r>
              <a:rPr lang="en-US" sz="1200" dirty="0"/>
              <a:t>Composition -&gt; Reasoning , Memory, Tools</a:t>
            </a:r>
          </a:p>
          <a:p>
            <a:r>
              <a:rPr lang="en-US" sz="1200" dirty="0"/>
              <a:t>Need for Memory</a:t>
            </a:r>
          </a:p>
          <a:p>
            <a:r>
              <a:rPr lang="en-US" sz="1200" dirty="0"/>
              <a:t>Non reusable Tools</a:t>
            </a:r>
          </a:p>
          <a:p>
            <a:r>
              <a:rPr lang="en-US" sz="1200" dirty="0"/>
              <a:t>Reusable Tools  - Model Context Protocol ( MCP )</a:t>
            </a:r>
          </a:p>
          <a:p>
            <a:pPr lvl="2"/>
            <a:r>
              <a:rPr lang="en-US" sz="1200" dirty="0"/>
              <a:t>Server -&gt; Provides functionalities</a:t>
            </a:r>
          </a:p>
          <a:p>
            <a:pPr lvl="2"/>
            <a:r>
              <a:rPr lang="en-US" sz="1200" dirty="0"/>
              <a:t>Client –&gt; Called by Agent</a:t>
            </a:r>
          </a:p>
          <a:p>
            <a:r>
              <a:rPr lang="en-US" sz="1200" dirty="0"/>
              <a:t>Retrieval-Augmented Generation</a:t>
            </a:r>
          </a:p>
          <a:p>
            <a:pPr lvl="2"/>
            <a:r>
              <a:rPr lang="en-US" sz="1200" dirty="0"/>
              <a:t>Pull more current info</a:t>
            </a:r>
          </a:p>
          <a:p>
            <a:pPr lvl="2"/>
            <a:r>
              <a:rPr lang="en-US" sz="1200" dirty="0"/>
              <a:t>Reduce hallucinations</a:t>
            </a:r>
          </a:p>
          <a:p>
            <a:pPr lvl="2"/>
            <a:r>
              <a:rPr lang="en-US" sz="1200" dirty="0"/>
              <a:t>Retriever ( vector search ) &amp; Generator ( LLM )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0972CCD-F08F-F047-042C-0F95AEDEE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D6999-1CE2-93F5-4E05-568645097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907211"/>
            <a:ext cx="3870960" cy="84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9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1529-40AF-91B9-7878-8F1D7ACD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5A9006F-7813-6CF1-23B1-75ACC80D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Setup - Review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7EF3BAF-9CF4-CD42-38BA-0FF3C0D57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AE6A7A-0BE9-E479-F773-B1D59B1EF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1295400"/>
          </a:xfrm>
        </p:spPr>
        <p:txBody>
          <a:bodyPr/>
          <a:lstStyle/>
          <a:p>
            <a:r>
              <a:rPr lang="en-US" sz="1200" dirty="0"/>
              <a:t>Review ability for all attendees to have working Python Virtual Environment</a:t>
            </a:r>
          </a:p>
          <a:p>
            <a:pPr lvl="2"/>
            <a:r>
              <a:rPr lang="en-US" sz="1200" dirty="0"/>
              <a:t>Also perform pip install of the “requirements.txt” &amp; python-</a:t>
            </a:r>
            <a:r>
              <a:rPr lang="en-US" sz="1200" dirty="0" err="1"/>
              <a:t>dotenv</a:t>
            </a:r>
            <a:r>
              <a:rPr lang="en-US" sz="1200" dirty="0"/>
              <a:t> in </a:t>
            </a:r>
            <a:r>
              <a:rPr lang="en-US" sz="1200"/>
              <a:t>personal machine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Review the creation of API Keys for all attendees</a:t>
            </a:r>
          </a:p>
        </p:txBody>
      </p:sp>
    </p:spTree>
    <p:extLst>
      <p:ext uri="{BB962C8B-B14F-4D97-AF65-F5344CB8AC3E}">
        <p14:creationId xmlns:p14="http://schemas.microsoft.com/office/powerpoint/2010/main" val="428570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DF15-6886-3346-AEA1-C87BEB5D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77684-39EA-E04C-91AE-F863EC1EA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0120"/>
            <a:ext cx="8580755" cy="5669280"/>
          </a:xfrm>
        </p:spPr>
        <p:txBody>
          <a:bodyPr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latin typeface="Wells Fargo Sans SemiBold" panose="020B0703020203020204" pitchFamily="34" charset="0"/>
              </a:rPr>
              <a:t>Pre-Work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Mandatory Learning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Pluralsignt/Degreed</a:t>
            </a: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Environment Setup – Office Hours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Python Virtual Environment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 API Keys</a:t>
            </a:r>
          </a:p>
          <a:p>
            <a:pPr marL="0" lvl="1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400" dirty="0">
                <a:latin typeface="Wells Fargo Sans SemiBold" panose="020B0703020203020204" pitchFamily="34" charset="0"/>
              </a:rPr>
              <a:t>Main Course</a:t>
            </a:r>
          </a:p>
          <a:p>
            <a:pPr marL="0" lvl="1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chemeClr val="tx2"/>
                </a:solidFill>
              </a:rPr>
              <a:t>Module 1:	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Understanding </a:t>
            </a:r>
            <a:r>
              <a:rPr lang="en-US" sz="1400" dirty="0" err="1"/>
              <a:t>Langchain</a:t>
            </a:r>
            <a:endParaRPr lang="en-US" sz="1400" dirty="0"/>
          </a:p>
          <a:p>
            <a:pPr marL="171450" lvl="1">
              <a:lnSpc>
                <a:spcPct val="95000"/>
              </a:lnSpc>
            </a:pPr>
            <a:r>
              <a:rPr lang="en-US" sz="1400" dirty="0" err="1"/>
              <a:t>Langchain</a:t>
            </a:r>
            <a:r>
              <a:rPr lang="en-US" sz="1400" dirty="0"/>
              <a:t> Expression Language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Hands-on</a:t>
            </a:r>
          </a:p>
          <a:p>
            <a:pPr marL="0" lvl="1" indent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Module 2: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Memory &amp; State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Retrieval Augmented Generation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Hands-on</a:t>
            </a:r>
          </a:p>
          <a:p>
            <a:pPr marL="0" lvl="1" indent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Module 3:</a:t>
            </a:r>
            <a:endParaRPr lang="en-US" sz="1400" dirty="0"/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Understanding LangGraph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Hands-on</a:t>
            </a: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lvl="1" indent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Module 4:</a:t>
            </a:r>
            <a:endParaRPr lang="en-US" sz="1400" dirty="0"/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Understanding MCP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Agents with Tools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Human in the loop</a:t>
            </a:r>
          </a:p>
          <a:p>
            <a:pPr marL="0" lvl="1" indent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Module 5:</a:t>
            </a:r>
            <a:endParaRPr lang="en-US" sz="1400" dirty="0"/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Observability - </a:t>
            </a:r>
            <a:r>
              <a:rPr lang="en-US" sz="1400" dirty="0" err="1"/>
              <a:t>Arize</a:t>
            </a:r>
            <a:r>
              <a:rPr lang="en-US" sz="1400" dirty="0"/>
              <a:t> AI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Hands-on</a:t>
            </a:r>
            <a:endParaRPr lang="en-US" sz="1400" dirty="0">
              <a:solidFill>
                <a:schemeClr val="tx2"/>
              </a:solidFill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latin typeface="Wells Fargo Sans SemiBold" panose="020B0703020203020204" pitchFamily="34" charset="0"/>
              </a:rPr>
              <a:t>Single Agent - Pattern 1 – Tool Use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Tools Required – Office Hours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Hands on - </a:t>
            </a:r>
            <a:r>
              <a:rPr lang="en-US" sz="1400" dirty="0" err="1"/>
              <a:t>Usecase</a:t>
            </a:r>
            <a:r>
              <a:rPr lang="en-US" sz="1400" dirty="0"/>
              <a:t>  - Banking Insights Agent </a:t>
            </a:r>
            <a:r>
              <a:rPr lang="en-US" sz="1400" i="1" dirty="0"/>
              <a:t>- given a user request (“What’s my available balance? “)</a:t>
            </a:r>
            <a:endParaRPr lang="en-US" sz="1400" dirty="0"/>
          </a:p>
          <a:p>
            <a:pPr marL="0" lvl="1" indent="0">
              <a:lnSpc>
                <a:spcPct val="95000"/>
              </a:lnSpc>
              <a:buNone/>
            </a:pPr>
            <a:r>
              <a:rPr lang="en-US" sz="1400" dirty="0">
                <a:latin typeface="Wells Fargo Sans SemiBold" panose="020B0703020203020204" pitchFamily="34" charset="0"/>
              </a:rPr>
              <a:t>Single Agent - Pattern 2 - Reflection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Tools required – Office Hours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Hands on - Policy‑Compliant Email Drafting Agent</a:t>
            </a:r>
            <a:r>
              <a:rPr lang="en-US" sz="1400" i="1" dirty="0"/>
              <a:t> — Generate a customer reply and self‑critique for compliance review. Iterate until quality ≥ threshold. </a:t>
            </a:r>
            <a:endParaRPr lang="en-US" sz="1400" dirty="0"/>
          </a:p>
          <a:p>
            <a:pPr marL="0" lvl="1" indent="0">
              <a:lnSpc>
                <a:spcPct val="95000"/>
              </a:lnSpc>
              <a:buNone/>
            </a:pPr>
            <a:r>
              <a:rPr lang="en-US" sz="1400" dirty="0">
                <a:latin typeface="Wells Fargo Sans SemiBold" panose="020B0703020203020204" pitchFamily="34" charset="0"/>
              </a:rPr>
              <a:t>Single Agent - Pattern 3 - Planning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Tools required – Office Hours</a:t>
            </a:r>
          </a:p>
          <a:p>
            <a:pPr marL="171450" lvl="1">
              <a:lnSpc>
                <a:spcPct val="95000"/>
              </a:lnSpc>
            </a:pPr>
            <a:r>
              <a:rPr lang="en-US" sz="1400" dirty="0"/>
              <a:t>Hands on - Card Eligibility &amp; Next‑Steps Agent </a:t>
            </a:r>
            <a:r>
              <a:rPr lang="en-US" sz="1400" i="1" dirty="0"/>
              <a:t>— user asks “Should I apply for a credit card?”</a:t>
            </a:r>
          </a:p>
          <a:p>
            <a:pPr marL="0" lvl="1" indent="0">
              <a:lnSpc>
                <a:spcPct val="95000"/>
              </a:lnSpc>
              <a:buNone/>
            </a:pPr>
            <a:endParaRPr lang="en-US" sz="1400" dirty="0">
              <a:latin typeface="Wells Fargo Sans SemiBold" panose="020B0703020203020204" pitchFamily="34" charset="0"/>
            </a:endParaRPr>
          </a:p>
          <a:p>
            <a:pPr marL="0" lvl="1" indent="0">
              <a:lnSpc>
                <a:spcPct val="95000"/>
              </a:lnSpc>
              <a:buNone/>
            </a:pPr>
            <a:r>
              <a:rPr lang="en-US" sz="1400" dirty="0">
                <a:latin typeface="Wells Fargo Sans SemiBold" panose="020B0703020203020204" pitchFamily="34" charset="0"/>
              </a:rPr>
              <a:t>Capstone Project – Hands on &amp; Evaluation</a:t>
            </a:r>
          </a:p>
          <a:p>
            <a:pPr marL="0" lvl="1" indent="0">
              <a:lnSpc>
                <a:spcPct val="95000"/>
              </a:lnSpc>
              <a:buNone/>
            </a:pPr>
            <a:endParaRPr lang="en-US" sz="1400" i="1" dirty="0"/>
          </a:p>
          <a:p>
            <a:pPr marL="171450" lvl="1">
              <a:lnSpc>
                <a:spcPct val="95000"/>
              </a:lnSpc>
            </a:pPr>
            <a:endParaRPr lang="en-US" sz="1400" i="1" dirty="0"/>
          </a:p>
          <a:p>
            <a:pPr marL="171450" lvl="1">
              <a:lnSpc>
                <a:spcPct val="95000"/>
              </a:lnSpc>
            </a:pPr>
            <a:endParaRPr lang="en-US" sz="1400" dirty="0"/>
          </a:p>
          <a:p>
            <a:pPr marL="0" indent="0">
              <a:lnSpc>
                <a:spcPct val="95000"/>
              </a:lnSpc>
              <a:spcBef>
                <a:spcPts val="1800"/>
              </a:spcBef>
              <a:buNone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1BF07-3379-914F-8810-9CE3BB77AB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05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3421-85A8-309F-CEAC-7676027B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5323-5BFD-3CBC-9927-3ECF83D5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</a:t>
            </a:r>
            <a:r>
              <a:rPr lang="en-US"/>
              <a:t>Step - Module 1 Self Learning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3B409-FB14-979E-1F48-BBE4FFC91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A44A3C8-9657-43E9-4E65-058A60EA9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629771"/>
              </p:ext>
            </p:extLst>
          </p:nvPr>
        </p:nvGraphicFramePr>
        <p:xfrm>
          <a:off x="457200" y="1371600"/>
          <a:ext cx="8153400" cy="479855"/>
        </p:xfrm>
        <a:graphic>
          <a:graphicData uri="http://schemas.openxmlformats.org/drawingml/2006/table">
            <a:tbl>
              <a:tblPr>
                <a:tableStyleId>{B9079ADF-8E72-460E-941B-A120568EDBA9}</a:tableStyleId>
              </a:tblPr>
              <a:tblGrid>
                <a:gridCol w="1971035">
                  <a:extLst>
                    <a:ext uri="{9D8B030D-6E8A-4147-A177-3AD203B41FA5}">
                      <a16:colId xmlns:a16="http://schemas.microsoft.com/office/drawing/2014/main" val="1325818004"/>
                    </a:ext>
                  </a:extLst>
                </a:gridCol>
                <a:gridCol w="6182365">
                  <a:extLst>
                    <a:ext uri="{9D8B030D-6E8A-4147-A177-3AD203B41FA5}">
                      <a16:colId xmlns:a16="http://schemas.microsoft.com/office/drawing/2014/main" val="669612187"/>
                    </a:ext>
                  </a:extLst>
                </a:gridCol>
              </a:tblGrid>
              <a:tr h="16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LangChain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6" marR="8336" marT="83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https://app.pluralsight.com/library/courses/langchain-development/table-of-contents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6" marR="8336" marT="8336" marB="0" anchor="b"/>
                </a:tc>
                <a:extLst>
                  <a:ext uri="{0D108BD9-81ED-4DB2-BD59-A6C34878D82A}">
                    <a16:rowId xmlns:a16="http://schemas.microsoft.com/office/drawing/2014/main" val="3594353246"/>
                  </a:ext>
                </a:extLst>
              </a:tr>
              <a:tr h="166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LangChain</a:t>
                      </a:r>
                      <a:r>
                        <a:rPr lang="en-US" sz="1000" u="none" strike="noStrike" dirty="0">
                          <a:effectLst/>
                        </a:rPr>
                        <a:t> Expression Language(LCEL)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6" marR="8336" marT="83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https://www.youtube.com/watch?v=LzxSY7197ns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6" marR="8336" marT="8336" marB="0" anchor="b"/>
                </a:tc>
                <a:extLst>
                  <a:ext uri="{0D108BD9-81ED-4DB2-BD59-A6C34878D82A}">
                    <a16:rowId xmlns:a16="http://schemas.microsoft.com/office/drawing/2014/main" val="6667586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F0A9049-0C35-4B4F-F4C7-02EAFD47FA21}"/>
              </a:ext>
            </a:extLst>
          </p:cNvPr>
          <p:cNvSpPr txBox="1"/>
          <p:nvPr/>
        </p:nvSpPr>
        <p:spPr>
          <a:xfrm>
            <a:off x="609600" y="2286000"/>
            <a:ext cx="8168640" cy="304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00" b="1" dirty="0">
                <a:solidFill>
                  <a:srgbClr val="FF0000"/>
                </a:solidFill>
              </a:rPr>
              <a:t>Note – Reference hands-on Python code will be made available via a personal Google Drive. Please avoid bringing that to Wells Fargo Network</a:t>
            </a:r>
          </a:p>
        </p:txBody>
      </p:sp>
    </p:spTree>
    <p:extLst>
      <p:ext uri="{BB962C8B-B14F-4D97-AF65-F5344CB8AC3E}">
        <p14:creationId xmlns:p14="http://schemas.microsoft.com/office/powerpoint/2010/main" val="209266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C8DC3-A081-FAC3-DDE4-4A2C081B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007184-9A8C-C81F-2B12-D4734947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Schedule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0146E89-8761-FAE5-3541-417E94ACD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F06D60-21AC-8022-11BD-98557BFA6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62000"/>
            <a:ext cx="6712038" cy="59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7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ells Fargo Premier 2023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  <a:extLst>
    <a:ext uri="{05A4C25C-085E-4340-85A3-A5531E510DB2}">
      <thm15:themeFamily xmlns:thm15="http://schemas.microsoft.com/office/thememl/2012/main" name="WF_Premier_PowerPoint_4x3_0424_a11y.pptx" id="{79104E03-1858-104C-BDF1-8FEAD1E83779}" vid="{AD38B091-8E93-FC46-97CA-1669D3C060B3}"/>
    </a:ext>
  </a:extLst>
</a:theme>
</file>

<file path=ppt/theme/theme2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ppt/theme/theme3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Agentic AI </Template>
  <TotalTime>0</TotalTime>
  <Words>698</Words>
  <Application>Microsoft Office PowerPoint</Application>
  <PresentationFormat>On-screen Show (4:3)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Wells Fargo Sans</vt:lpstr>
      <vt:lpstr>Wells Fargo Sans Display</vt:lpstr>
      <vt:lpstr>Wells Fargo Sans SemiBold</vt:lpstr>
      <vt:lpstr>Wingdings</vt:lpstr>
      <vt:lpstr>Wells Fargo Premier 2023</vt:lpstr>
      <vt:lpstr>Agentic AI – Pre Requisite - Overview</vt:lpstr>
      <vt:lpstr>Prompt Engineering</vt:lpstr>
      <vt:lpstr>Prompt Engineering</vt:lpstr>
      <vt:lpstr>Understanding Agentic AI</vt:lpstr>
      <vt:lpstr>Environment Setup - Review</vt:lpstr>
      <vt:lpstr>Program Flow</vt:lpstr>
      <vt:lpstr>Next Step - Module 1 Self Learning</vt:lpstr>
      <vt:lpstr>Overall Schedule</vt:lpstr>
    </vt:vector>
  </TitlesOfParts>
  <Manager/>
  <Company>Wells Fargo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Frederick, Michael</dc:creator>
  <cp:keywords/>
  <dc:description/>
  <cp:lastModifiedBy>Frederick, Michael</cp:lastModifiedBy>
  <cp:revision>1</cp:revision>
  <cp:lastPrinted>2018-10-13T23:11:53Z</cp:lastPrinted>
  <dcterms:created xsi:type="dcterms:W3CDTF">2025-10-23T11:15:15Z</dcterms:created>
  <dcterms:modified xsi:type="dcterms:W3CDTF">2025-12-05T06:29:33Z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9c9bcd-f315-4c3b-87a0-7682e230e7e4_Enabled">
    <vt:lpwstr>true</vt:lpwstr>
  </property>
  <property fmtid="{D5CDD505-2E9C-101B-9397-08002B2CF9AE}" pid="3" name="MSIP_Label_1f9c9bcd-f315-4c3b-87a0-7682e230e7e4_SetDate">
    <vt:lpwstr>2025-10-23T12:12:27Z</vt:lpwstr>
  </property>
  <property fmtid="{D5CDD505-2E9C-101B-9397-08002B2CF9AE}" pid="4" name="MSIP_Label_1f9c9bcd-f315-4c3b-87a0-7682e230e7e4_Method">
    <vt:lpwstr>Privileged</vt:lpwstr>
  </property>
  <property fmtid="{D5CDD505-2E9C-101B-9397-08002B2CF9AE}" pid="5" name="MSIP_Label_1f9c9bcd-f315-4c3b-87a0-7682e230e7e4_Name">
    <vt:lpwstr>Internal Use</vt:lpwstr>
  </property>
  <property fmtid="{D5CDD505-2E9C-101B-9397-08002B2CF9AE}" pid="6" name="MSIP_Label_1f9c9bcd-f315-4c3b-87a0-7682e230e7e4_SiteId">
    <vt:lpwstr>e122af3c-4c68-4e49-9c52-4ae1e25e91ae</vt:lpwstr>
  </property>
  <property fmtid="{D5CDD505-2E9C-101B-9397-08002B2CF9AE}" pid="7" name="MSIP_Label_1f9c9bcd-f315-4c3b-87a0-7682e230e7e4_ActionId">
    <vt:lpwstr>c1e09d94-3e5b-402b-8586-b3eba0858999</vt:lpwstr>
  </property>
  <property fmtid="{D5CDD505-2E9C-101B-9397-08002B2CF9AE}" pid="8" name="MSIP_Label_1f9c9bcd-f315-4c3b-87a0-7682e230e7e4_ContentBits">
    <vt:lpwstr>0</vt:lpwstr>
  </property>
  <property fmtid="{D5CDD505-2E9C-101B-9397-08002B2CF9AE}" pid="9" name="MSIP_Label_1f9c9bcd-f315-4c3b-87a0-7682e230e7e4_Tag">
    <vt:lpwstr>10, 0, 1, 1</vt:lpwstr>
  </property>
</Properties>
</file>