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74" r:id="rId2"/>
    <p:sldId id="382" r:id="rId3"/>
    <p:sldId id="403" r:id="rId4"/>
    <p:sldId id="405" r:id="rId5"/>
    <p:sldId id="406" r:id="rId6"/>
    <p:sldId id="404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422" r:id="rId23"/>
    <p:sldId id="423" r:id="rId24"/>
    <p:sldId id="424" r:id="rId25"/>
    <p:sldId id="425" r:id="rId26"/>
    <p:sldId id="426" r:id="rId27"/>
    <p:sldId id="427" r:id="rId28"/>
    <p:sldId id="428" r:id="rId29"/>
    <p:sldId id="38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aps, Carlto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D4D0B-1AFC-4F9E-8D13-2DD3A15D6C99}" v="108" dt="2026-02-04T08:49:39.582"/>
  </p1510:revLst>
</p1510:revInfo>
</file>

<file path=ppt/tableStyles.xml><?xml version="1.0" encoding="utf-8"?>
<a:tblStyleLst xmlns:a="http://schemas.openxmlformats.org/drawingml/2006/main" def="{B9079ADF-8E72-460E-941B-A120568EDBA9}">
  <a:tblStyle styleId="{B9079ADF-8E72-460E-941B-A120568EDBA9}" styleName="WF Premier Table 0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bg2"/>
          </a:solidFill>
        </a:fill>
      </a:tcStyle>
    </a:band2H>
    <a:lastRow>
      <a:tcTxStyle b="on">
        <a:fontRef idx="minor"/>
        <a:schemeClr val="tx1"/>
      </a:tcTxStyle>
      <a:tcStyle>
        <a:tcBdr>
          <a:top>
            <a:ln w="19050">
              <a:solidFill>
                <a:schemeClr val="tx1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8" autoAdjust="0"/>
  </p:normalViewPr>
  <p:slideViewPr>
    <p:cSldViewPr showGuides="1">
      <p:cViewPr varScale="1">
        <p:scale>
          <a:sx n="63" d="100"/>
          <a:sy n="63" d="100"/>
        </p:scale>
        <p:origin x="1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929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, Michael" userId="a19ffb3c-b041-4650-bd4c-44ca687be875" providerId="ADAL" clId="{27EDE327-7F90-4ECA-BA00-0ED99CE8D11A}"/>
    <pc:docChg chg="undo custSel addSld delSld modSld sldOrd">
      <pc:chgData name="Frederick, Michael" userId="a19ffb3c-b041-4650-bd4c-44ca687be875" providerId="ADAL" clId="{27EDE327-7F90-4ECA-BA00-0ED99CE8D11A}" dt="2026-02-04T08:49:39.582" v="25343"/>
      <pc:docMkLst>
        <pc:docMk/>
      </pc:docMkLst>
      <pc:sldChg chg="addSp delSp modSp del mod">
        <pc:chgData name="Frederick, Michael" userId="a19ffb3c-b041-4650-bd4c-44ca687be875" providerId="ADAL" clId="{27EDE327-7F90-4ECA-BA00-0ED99CE8D11A}" dt="2026-02-03T08:20:56.378" v="23516" actId="47"/>
        <pc:sldMkLst>
          <pc:docMk/>
          <pc:sldMk cId="2597888185" sldId="275"/>
        </pc:sldMkLst>
      </pc:sldChg>
      <pc:sldChg chg="modSp mod">
        <pc:chgData name="Frederick, Michael" userId="a19ffb3c-b041-4650-bd4c-44ca687be875" providerId="ADAL" clId="{27EDE327-7F90-4ECA-BA00-0ED99CE8D11A}" dt="2026-02-02T08:24:51.072" v="19784" actId="20577"/>
        <pc:sldMkLst>
          <pc:docMk/>
          <pc:sldMk cId="3320420665" sldId="374"/>
        </pc:sldMkLst>
        <pc:spChg chg="mod">
          <ac:chgData name="Frederick, Michael" userId="a19ffb3c-b041-4650-bd4c-44ca687be875" providerId="ADAL" clId="{27EDE327-7F90-4ECA-BA00-0ED99CE8D11A}" dt="2026-02-02T08:24:46.842" v="19776" actId="20577"/>
          <ac:spMkLst>
            <pc:docMk/>
            <pc:sldMk cId="3320420665" sldId="374"/>
            <ac:spMk id="2" creationId="{972DA22B-0666-1647-8A12-A6F6D00A5D21}"/>
          </ac:spMkLst>
        </pc:spChg>
        <pc:spChg chg="mod">
          <ac:chgData name="Frederick, Michael" userId="a19ffb3c-b041-4650-bd4c-44ca687be875" providerId="ADAL" clId="{27EDE327-7F90-4ECA-BA00-0ED99CE8D11A}" dt="2026-01-08T07:49:20.107" v="8292" actId="20577"/>
          <ac:spMkLst>
            <pc:docMk/>
            <pc:sldMk cId="3320420665" sldId="374"/>
            <ac:spMk id="5" creationId="{4A1E0883-8C2E-CADE-2870-9987AEF48330}"/>
          </ac:spMkLst>
        </pc:spChg>
        <pc:spChg chg="mod">
          <ac:chgData name="Frederick, Michael" userId="a19ffb3c-b041-4650-bd4c-44ca687be875" providerId="ADAL" clId="{27EDE327-7F90-4ECA-BA00-0ED99CE8D11A}" dt="2026-02-02T08:24:51.072" v="19784" actId="20577"/>
          <ac:spMkLst>
            <pc:docMk/>
            <pc:sldMk cId="3320420665" sldId="374"/>
            <ac:spMk id="7" creationId="{E78B65EB-C98D-4048-A9B2-C88B4A957C09}"/>
          </ac:spMkLst>
        </pc:spChg>
      </pc:sldChg>
      <pc:sldChg chg="addSp delSp modSp add mod ord">
        <pc:chgData name="Frederick, Michael" userId="a19ffb3c-b041-4650-bd4c-44ca687be875" providerId="ADAL" clId="{27EDE327-7F90-4ECA-BA00-0ED99CE8D11A}" dt="2026-02-04T08:49:39.582" v="25343"/>
        <pc:sldMkLst>
          <pc:docMk/>
          <pc:sldMk cId="2092664009" sldId="380"/>
        </pc:sldMkLst>
        <pc:spChg chg="mod">
          <ac:chgData name="Frederick, Michael" userId="a19ffb3c-b041-4650-bd4c-44ca687be875" providerId="ADAL" clId="{27EDE327-7F90-4ECA-BA00-0ED99CE8D11A}" dt="2026-02-03T08:21:01.925" v="23518" actId="20577"/>
          <ac:spMkLst>
            <pc:docMk/>
            <pc:sldMk cId="2092664009" sldId="380"/>
            <ac:spMk id="2" creationId="{74A55323-5BFD-3CBC-9927-3ECF83D5374A}"/>
          </ac:spMkLst>
        </pc:spChg>
        <pc:spChg chg="mod">
          <ac:chgData name="Frederick, Michael" userId="a19ffb3c-b041-4650-bd4c-44ca687be875" providerId="ADAL" clId="{27EDE327-7F90-4ECA-BA00-0ED99CE8D11A}" dt="2026-01-28T17:09:16.376" v="15854" actId="1076"/>
          <ac:spMkLst>
            <pc:docMk/>
            <pc:sldMk cId="2092664009" sldId="380"/>
            <ac:spMk id="10" creationId="{BF0A9049-0C35-4B4F-F4C7-02EAFD47FA21}"/>
          </ac:spMkLst>
        </pc:spChg>
        <pc:graphicFrameChg chg="add del mod modGraphic">
          <ac:chgData name="Frederick, Michael" userId="a19ffb3c-b041-4650-bd4c-44ca687be875" providerId="ADAL" clId="{27EDE327-7F90-4ECA-BA00-0ED99CE8D11A}" dt="2026-02-04T08:18:26.210" v="25339" actId="21"/>
          <ac:graphicFrameMkLst>
            <pc:docMk/>
            <pc:sldMk cId="2092664009" sldId="380"/>
            <ac:graphicFrameMk id="3" creationId="{FAC947D8-F3DC-E3E3-9DC2-059C49742805}"/>
          </ac:graphicFrameMkLst>
        </pc:graphicFrameChg>
        <pc:graphicFrameChg chg="add mod">
          <ac:chgData name="Frederick, Michael" userId="a19ffb3c-b041-4650-bd4c-44ca687be875" providerId="ADAL" clId="{27EDE327-7F90-4ECA-BA00-0ED99CE8D11A}" dt="2026-02-04T08:18:31.587" v="25340"/>
          <ac:graphicFrameMkLst>
            <pc:docMk/>
            <pc:sldMk cId="2092664009" sldId="380"/>
            <ac:graphicFrameMk id="5" creationId="{C924DB3C-E316-6A6F-8867-438012F47387}"/>
          </ac:graphicFrameMkLst>
        </pc:graphicFrameChg>
        <pc:graphicFrameChg chg="add mod">
          <ac:chgData name="Frederick, Michael" userId="a19ffb3c-b041-4650-bd4c-44ca687be875" providerId="ADAL" clId="{27EDE327-7F90-4ECA-BA00-0ED99CE8D11A}" dt="2026-02-04T08:49:39.582" v="25343"/>
          <ac:graphicFrameMkLst>
            <pc:docMk/>
            <pc:sldMk cId="2092664009" sldId="380"/>
            <ac:graphicFrameMk id="6" creationId="{DF6914FB-3C04-38B2-F1C0-482FE063E8DA}"/>
          </ac:graphicFrameMkLst>
        </pc:graphicFrameChg>
      </pc:sldChg>
      <pc:sldChg chg="addSp delSp modSp add mod ord">
        <pc:chgData name="Frederick, Michael" userId="a19ffb3c-b041-4650-bd4c-44ca687be875" providerId="ADAL" clId="{27EDE327-7F90-4ECA-BA00-0ED99CE8D11A}" dt="2026-02-03T05:56:07.217" v="20629" actId="1076"/>
        <pc:sldMkLst>
          <pc:docMk/>
          <pc:sldMk cId="4072143140" sldId="382"/>
        </pc:sldMkLst>
        <pc:spChg chg="mod">
          <ac:chgData name="Frederick, Michael" userId="a19ffb3c-b041-4650-bd4c-44ca687be875" providerId="ADAL" clId="{27EDE327-7F90-4ECA-BA00-0ED99CE8D11A}" dt="2026-02-03T05:54:32.331" v="20612" actId="20577"/>
          <ac:spMkLst>
            <pc:docMk/>
            <pc:sldMk cId="4072143140" sldId="382"/>
            <ac:spMk id="2" creationId="{37DA104D-55E8-8A36-A5BC-18BD3B240E27}"/>
          </ac:spMkLst>
        </pc:spChg>
        <pc:spChg chg="mod">
          <ac:chgData name="Frederick, Michael" userId="a19ffb3c-b041-4650-bd4c-44ca687be875" providerId="ADAL" clId="{27EDE327-7F90-4ECA-BA00-0ED99CE8D11A}" dt="2026-02-02T08:25:00.390" v="19812" actId="20577"/>
          <ac:spMkLst>
            <pc:docMk/>
            <pc:sldMk cId="4072143140" sldId="382"/>
            <ac:spMk id="4" creationId="{DC052B74-9A3C-CB6A-11A4-E0033E0470DE}"/>
          </ac:spMkLst>
        </pc:spChg>
        <pc:picChg chg="add mod">
          <ac:chgData name="Frederick, Michael" userId="a19ffb3c-b041-4650-bd4c-44ca687be875" providerId="ADAL" clId="{27EDE327-7F90-4ECA-BA00-0ED99CE8D11A}" dt="2026-02-03T05:43:35.997" v="20529"/>
          <ac:picMkLst>
            <pc:docMk/>
            <pc:sldMk cId="4072143140" sldId="382"/>
            <ac:picMk id="3" creationId="{346656EB-BBFE-46B5-FA55-C5E4198AD5E1}"/>
          </ac:picMkLst>
        </pc:picChg>
        <pc:picChg chg="add mod">
          <ac:chgData name="Frederick, Michael" userId="a19ffb3c-b041-4650-bd4c-44ca687be875" providerId="ADAL" clId="{27EDE327-7F90-4ECA-BA00-0ED99CE8D11A}" dt="2026-02-03T05:54:37.771" v="20614" actId="1076"/>
          <ac:picMkLst>
            <pc:docMk/>
            <pc:sldMk cId="4072143140" sldId="382"/>
            <ac:picMk id="5" creationId="{C5506722-DC8F-C5F8-23F7-940CD7008359}"/>
          </ac:picMkLst>
        </pc:picChg>
        <pc:picChg chg="add mod">
          <ac:chgData name="Frederick, Michael" userId="a19ffb3c-b041-4650-bd4c-44ca687be875" providerId="ADAL" clId="{27EDE327-7F90-4ECA-BA00-0ED99CE8D11A}" dt="2026-02-03T05:55:57.521" v="20626" actId="1076"/>
          <ac:picMkLst>
            <pc:docMk/>
            <pc:sldMk cId="4072143140" sldId="382"/>
            <ac:picMk id="6" creationId="{6A87AEDE-B888-30CB-CEE7-A7F1F55F800C}"/>
          </ac:picMkLst>
        </pc:picChg>
        <pc:picChg chg="add mod">
          <ac:chgData name="Frederick, Michael" userId="a19ffb3c-b041-4650-bd4c-44ca687be875" providerId="ADAL" clId="{27EDE327-7F90-4ECA-BA00-0ED99CE8D11A}" dt="2026-02-03T05:56:07.217" v="20629" actId="1076"/>
          <ac:picMkLst>
            <pc:docMk/>
            <pc:sldMk cId="4072143140" sldId="382"/>
            <ac:picMk id="8" creationId="{9DBA8671-9B11-4AB7-C92F-2262762AD751}"/>
          </ac:picMkLst>
        </pc:picChg>
      </pc:sldChg>
      <pc:sldChg chg="addSp delSp modSp add del mod">
        <pc:chgData name="Frederick, Michael" userId="a19ffb3c-b041-4650-bd4c-44ca687be875" providerId="ADAL" clId="{27EDE327-7F90-4ECA-BA00-0ED99CE8D11A}" dt="2026-02-03T08:20:51.441" v="23510" actId="47"/>
        <pc:sldMkLst>
          <pc:docMk/>
          <pc:sldMk cId="1765725312" sldId="384"/>
        </pc:sldMkLst>
      </pc:sldChg>
      <pc:sldChg chg="addSp delSp modSp add del mod">
        <pc:chgData name="Frederick, Michael" userId="a19ffb3c-b041-4650-bd4c-44ca687be875" providerId="ADAL" clId="{27EDE327-7F90-4ECA-BA00-0ED99CE8D11A}" dt="2026-02-03T08:20:51.916" v="23511" actId="47"/>
        <pc:sldMkLst>
          <pc:docMk/>
          <pc:sldMk cId="1257075937" sldId="385"/>
        </pc:sldMkLst>
      </pc:sldChg>
      <pc:sldChg chg="addSp delSp modSp add del mod">
        <pc:chgData name="Frederick, Michael" userId="a19ffb3c-b041-4650-bd4c-44ca687be875" providerId="ADAL" clId="{27EDE327-7F90-4ECA-BA00-0ED99CE8D11A}" dt="2026-02-03T08:20:52.760" v="23512" actId="47"/>
        <pc:sldMkLst>
          <pc:docMk/>
          <pc:sldMk cId="3865910558" sldId="386"/>
        </pc:sldMkLst>
      </pc:sldChg>
      <pc:sldChg chg="addSp delSp modSp add del mod">
        <pc:chgData name="Frederick, Michael" userId="a19ffb3c-b041-4650-bd4c-44ca687be875" providerId="ADAL" clId="{27EDE327-7F90-4ECA-BA00-0ED99CE8D11A}" dt="2026-02-03T08:20:53.700" v="23513" actId="47"/>
        <pc:sldMkLst>
          <pc:docMk/>
          <pc:sldMk cId="3281189859" sldId="388"/>
        </pc:sldMkLst>
      </pc:sldChg>
      <pc:sldChg chg="addSp delSp modSp add del mod">
        <pc:chgData name="Frederick, Michael" userId="a19ffb3c-b041-4650-bd4c-44ca687be875" providerId="ADAL" clId="{27EDE327-7F90-4ECA-BA00-0ED99CE8D11A}" dt="2026-02-03T08:20:54.513" v="23514" actId="47"/>
        <pc:sldMkLst>
          <pc:docMk/>
          <pc:sldMk cId="482145660" sldId="389"/>
        </pc:sldMkLst>
      </pc:sldChg>
      <pc:sldChg chg="addSp delSp modSp add del mod">
        <pc:chgData name="Frederick, Michael" userId="a19ffb3c-b041-4650-bd4c-44ca687be875" providerId="ADAL" clId="{27EDE327-7F90-4ECA-BA00-0ED99CE8D11A}" dt="2026-02-03T08:20:55.387" v="23515" actId="47"/>
        <pc:sldMkLst>
          <pc:docMk/>
          <pc:sldMk cId="2598286742" sldId="390"/>
        </pc:sldMkLst>
      </pc:sldChg>
      <pc:sldChg chg="addSp delSp modSp add del mod">
        <pc:chgData name="Frederick, Michael" userId="a19ffb3c-b041-4650-bd4c-44ca687be875" providerId="ADAL" clId="{27EDE327-7F90-4ECA-BA00-0ED99CE8D11A}" dt="2026-02-03T08:20:38.336" v="23499" actId="47"/>
        <pc:sldMkLst>
          <pc:docMk/>
          <pc:sldMk cId="2516859045" sldId="391"/>
        </pc:sldMkLst>
      </pc:sldChg>
      <pc:sldChg chg="addSp delSp modSp add del mod">
        <pc:chgData name="Frederick, Michael" userId="a19ffb3c-b041-4650-bd4c-44ca687be875" providerId="ADAL" clId="{27EDE327-7F90-4ECA-BA00-0ED99CE8D11A}" dt="2026-02-03T08:20:39.731" v="23500" actId="47"/>
        <pc:sldMkLst>
          <pc:docMk/>
          <pc:sldMk cId="3959227294" sldId="392"/>
        </pc:sldMkLst>
      </pc:sldChg>
      <pc:sldChg chg="addSp delSp modSp add del mod">
        <pc:chgData name="Frederick, Michael" userId="a19ffb3c-b041-4650-bd4c-44ca687be875" providerId="ADAL" clId="{27EDE327-7F90-4ECA-BA00-0ED99CE8D11A}" dt="2026-02-03T08:20:40.807" v="23501" actId="47"/>
        <pc:sldMkLst>
          <pc:docMk/>
          <pc:sldMk cId="1808476365" sldId="393"/>
        </pc:sldMkLst>
      </pc:sldChg>
      <pc:sldChg chg="addSp delSp modSp add del mod">
        <pc:chgData name="Frederick, Michael" userId="a19ffb3c-b041-4650-bd4c-44ca687be875" providerId="ADAL" clId="{27EDE327-7F90-4ECA-BA00-0ED99CE8D11A}" dt="2026-02-03T05:53:32.837" v="20575" actId="47"/>
        <pc:sldMkLst>
          <pc:docMk/>
          <pc:sldMk cId="1348814250" sldId="394"/>
        </pc:sldMkLst>
      </pc:sldChg>
      <pc:sldChg chg="addSp delSp modSp add del mod">
        <pc:chgData name="Frederick, Michael" userId="a19ffb3c-b041-4650-bd4c-44ca687be875" providerId="ADAL" clId="{27EDE327-7F90-4ECA-BA00-0ED99CE8D11A}" dt="2026-02-03T08:20:42.113" v="23502" actId="47"/>
        <pc:sldMkLst>
          <pc:docMk/>
          <pc:sldMk cId="4267172747" sldId="395"/>
        </pc:sldMkLst>
      </pc:sldChg>
      <pc:sldChg chg="addSp delSp modSp add del mod">
        <pc:chgData name="Frederick, Michael" userId="a19ffb3c-b041-4650-bd4c-44ca687be875" providerId="ADAL" clId="{27EDE327-7F90-4ECA-BA00-0ED99CE8D11A}" dt="2026-02-03T08:20:43.942" v="23503" actId="47"/>
        <pc:sldMkLst>
          <pc:docMk/>
          <pc:sldMk cId="1908742172" sldId="396"/>
        </pc:sldMkLst>
      </pc:sldChg>
      <pc:sldChg chg="addSp delSp modSp add del mod">
        <pc:chgData name="Frederick, Michael" userId="a19ffb3c-b041-4650-bd4c-44ca687be875" providerId="ADAL" clId="{27EDE327-7F90-4ECA-BA00-0ED99CE8D11A}" dt="2026-02-03T08:20:44.723" v="23504" actId="47"/>
        <pc:sldMkLst>
          <pc:docMk/>
          <pc:sldMk cId="2007984454" sldId="397"/>
        </pc:sldMkLst>
      </pc:sldChg>
      <pc:sldChg chg="addSp delSp modSp add del mod">
        <pc:chgData name="Frederick, Michael" userId="a19ffb3c-b041-4650-bd4c-44ca687be875" providerId="ADAL" clId="{27EDE327-7F90-4ECA-BA00-0ED99CE8D11A}" dt="2026-02-03T08:20:46.234" v="23505" actId="47"/>
        <pc:sldMkLst>
          <pc:docMk/>
          <pc:sldMk cId="1067041453" sldId="398"/>
        </pc:sldMkLst>
      </pc:sldChg>
      <pc:sldChg chg="addSp delSp modSp add del mod">
        <pc:chgData name="Frederick, Michael" userId="a19ffb3c-b041-4650-bd4c-44ca687be875" providerId="ADAL" clId="{27EDE327-7F90-4ECA-BA00-0ED99CE8D11A}" dt="2026-02-03T08:20:46.918" v="23506" actId="47"/>
        <pc:sldMkLst>
          <pc:docMk/>
          <pc:sldMk cId="3908118966" sldId="399"/>
        </pc:sldMkLst>
      </pc:sldChg>
      <pc:sldChg chg="addSp delSp modSp add del mod">
        <pc:chgData name="Frederick, Michael" userId="a19ffb3c-b041-4650-bd4c-44ca687be875" providerId="ADAL" clId="{27EDE327-7F90-4ECA-BA00-0ED99CE8D11A}" dt="2026-02-03T08:20:47.753" v="23507" actId="47"/>
        <pc:sldMkLst>
          <pc:docMk/>
          <pc:sldMk cId="1044188920" sldId="400"/>
        </pc:sldMkLst>
      </pc:sldChg>
      <pc:sldChg chg="addSp delSp modSp add del mod">
        <pc:chgData name="Frederick, Michael" userId="a19ffb3c-b041-4650-bd4c-44ca687be875" providerId="ADAL" clId="{27EDE327-7F90-4ECA-BA00-0ED99CE8D11A}" dt="2026-02-03T08:20:48.706" v="23508" actId="47"/>
        <pc:sldMkLst>
          <pc:docMk/>
          <pc:sldMk cId="94500564" sldId="401"/>
        </pc:sldMkLst>
      </pc:sldChg>
      <pc:sldChg chg="addSp delSp modSp add del mod">
        <pc:chgData name="Frederick, Michael" userId="a19ffb3c-b041-4650-bd4c-44ca687be875" providerId="ADAL" clId="{27EDE327-7F90-4ECA-BA00-0ED99CE8D11A}" dt="2026-02-03T08:20:49.659" v="23509" actId="47"/>
        <pc:sldMkLst>
          <pc:docMk/>
          <pc:sldMk cId="4108087109" sldId="402"/>
        </pc:sldMkLst>
      </pc:sldChg>
      <pc:sldChg chg="addSp delSp modSp add mod">
        <pc:chgData name="Frederick, Michael" userId="a19ffb3c-b041-4650-bd4c-44ca687be875" providerId="ADAL" clId="{27EDE327-7F90-4ECA-BA00-0ED99CE8D11A}" dt="2026-02-03T06:04:39.983" v="20879" actId="1076"/>
        <pc:sldMkLst>
          <pc:docMk/>
          <pc:sldMk cId="4292194636" sldId="403"/>
        </pc:sldMkLst>
        <pc:spChg chg="mod">
          <ac:chgData name="Frederick, Michael" userId="a19ffb3c-b041-4650-bd4c-44ca687be875" providerId="ADAL" clId="{27EDE327-7F90-4ECA-BA00-0ED99CE8D11A}" dt="2026-02-03T05:59:10.520" v="20825" actId="6549"/>
          <ac:spMkLst>
            <pc:docMk/>
            <pc:sldMk cId="4292194636" sldId="403"/>
            <ac:spMk id="2" creationId="{9FA537CD-EE26-12F7-23EB-C58DBDB42AC2}"/>
          </ac:spMkLst>
        </pc:spChg>
        <pc:picChg chg="add del mod">
          <ac:chgData name="Frederick, Michael" userId="a19ffb3c-b041-4650-bd4c-44ca687be875" providerId="ADAL" clId="{27EDE327-7F90-4ECA-BA00-0ED99CE8D11A}" dt="2026-02-03T06:04:32.845" v="20876" actId="478"/>
          <ac:picMkLst>
            <pc:docMk/>
            <pc:sldMk cId="4292194636" sldId="403"/>
            <ac:picMk id="3" creationId="{A4A2CB44-2EE0-AA49-8F82-476836CDE1D7}"/>
          </ac:picMkLst>
        </pc:picChg>
        <pc:picChg chg="del">
          <ac:chgData name="Frederick, Michael" userId="a19ffb3c-b041-4650-bd4c-44ca687be875" providerId="ADAL" clId="{27EDE327-7F90-4ECA-BA00-0ED99CE8D11A}" dt="2026-02-03T05:54:00.385" v="20585" actId="478"/>
          <ac:picMkLst>
            <pc:docMk/>
            <pc:sldMk cId="4292194636" sldId="403"/>
            <ac:picMk id="5" creationId="{CF553F19-7211-4C7F-1DF0-861CE20AE717}"/>
          </ac:picMkLst>
        </pc:picChg>
        <pc:picChg chg="del">
          <ac:chgData name="Frederick, Michael" userId="a19ffb3c-b041-4650-bd4c-44ca687be875" providerId="ADAL" clId="{27EDE327-7F90-4ECA-BA00-0ED99CE8D11A}" dt="2026-02-03T05:53:57.828" v="20583" actId="478"/>
          <ac:picMkLst>
            <pc:docMk/>
            <pc:sldMk cId="4292194636" sldId="403"/>
            <ac:picMk id="6" creationId="{BF775B98-551F-B6F9-7431-5F26D0E0CF55}"/>
          </ac:picMkLst>
        </pc:picChg>
        <pc:picChg chg="del">
          <ac:chgData name="Frederick, Michael" userId="a19ffb3c-b041-4650-bd4c-44ca687be875" providerId="ADAL" clId="{27EDE327-7F90-4ECA-BA00-0ED99CE8D11A}" dt="2026-02-03T05:53:56.763" v="20582" actId="478"/>
          <ac:picMkLst>
            <pc:docMk/>
            <pc:sldMk cId="4292194636" sldId="403"/>
            <ac:picMk id="8" creationId="{B9726E98-5D38-3BED-645E-36B5DC080699}"/>
          </ac:picMkLst>
        </pc:picChg>
        <pc:picChg chg="add mod">
          <ac:chgData name="Frederick, Michael" userId="a19ffb3c-b041-4650-bd4c-44ca687be875" providerId="ADAL" clId="{27EDE327-7F90-4ECA-BA00-0ED99CE8D11A}" dt="2026-02-03T05:58:05.616" v="20639"/>
          <ac:picMkLst>
            <pc:docMk/>
            <pc:sldMk cId="4292194636" sldId="403"/>
            <ac:picMk id="9" creationId="{160B9E73-C3B0-32E7-742B-4217CE4B4FA4}"/>
          </ac:picMkLst>
        </pc:picChg>
        <pc:picChg chg="add mod">
          <ac:chgData name="Frederick, Michael" userId="a19ffb3c-b041-4650-bd4c-44ca687be875" providerId="ADAL" clId="{27EDE327-7F90-4ECA-BA00-0ED99CE8D11A}" dt="2026-02-03T05:58:08.942" v="20641"/>
          <ac:picMkLst>
            <pc:docMk/>
            <pc:sldMk cId="4292194636" sldId="403"/>
            <ac:picMk id="10" creationId="{F70F9160-6B75-5499-37BA-1C3777CCBDF0}"/>
          </ac:picMkLst>
        </pc:picChg>
        <pc:picChg chg="add mod">
          <ac:chgData name="Frederick, Michael" userId="a19ffb3c-b041-4650-bd4c-44ca687be875" providerId="ADAL" clId="{27EDE327-7F90-4ECA-BA00-0ED99CE8D11A}" dt="2026-02-03T06:04:36.894" v="20878" actId="1076"/>
          <ac:picMkLst>
            <pc:docMk/>
            <pc:sldMk cId="4292194636" sldId="403"/>
            <ac:picMk id="11" creationId="{F2F3BC30-85A4-2C61-13EF-81CDF8972D46}"/>
          </ac:picMkLst>
        </pc:picChg>
        <pc:picChg chg="add mod">
          <ac:chgData name="Frederick, Michael" userId="a19ffb3c-b041-4650-bd4c-44ca687be875" providerId="ADAL" clId="{27EDE327-7F90-4ECA-BA00-0ED99CE8D11A}" dt="2026-02-03T06:04:39.983" v="20879" actId="1076"/>
          <ac:picMkLst>
            <pc:docMk/>
            <pc:sldMk cId="4292194636" sldId="403"/>
            <ac:picMk id="12" creationId="{EBAF3EAA-6D3B-2001-EBC3-9B2A31042FFE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6:51:20.452" v="21325" actId="20577"/>
        <pc:sldMkLst>
          <pc:docMk/>
          <pc:sldMk cId="87645457" sldId="404"/>
        </pc:sldMkLst>
        <pc:spChg chg="mod">
          <ac:chgData name="Frederick, Michael" userId="a19ffb3c-b041-4650-bd4c-44ca687be875" providerId="ADAL" clId="{27EDE327-7F90-4ECA-BA00-0ED99CE8D11A}" dt="2026-02-03T06:51:20.452" v="21325" actId="20577"/>
          <ac:spMkLst>
            <pc:docMk/>
            <pc:sldMk cId="87645457" sldId="404"/>
            <ac:spMk id="2" creationId="{AF99DF50-55F9-4465-B80B-6F0C56EC5152}"/>
          </ac:spMkLst>
        </pc:spChg>
        <pc:picChg chg="del">
          <ac:chgData name="Frederick, Michael" userId="a19ffb3c-b041-4650-bd4c-44ca687be875" providerId="ADAL" clId="{27EDE327-7F90-4ECA-BA00-0ED99CE8D11A}" dt="2026-02-03T06:16:41.436" v="21228" actId="478"/>
          <ac:picMkLst>
            <pc:docMk/>
            <pc:sldMk cId="87645457" sldId="404"/>
            <ac:picMk id="3" creationId="{9B9E784F-5466-F87C-ABF7-D7BF13D05566}"/>
          </ac:picMkLst>
        </pc:picChg>
        <pc:picChg chg="add mod">
          <ac:chgData name="Frederick, Michael" userId="a19ffb3c-b041-4650-bd4c-44ca687be875" providerId="ADAL" clId="{27EDE327-7F90-4ECA-BA00-0ED99CE8D11A}" dt="2026-02-03T06:50:47.686" v="21254" actId="1076"/>
          <ac:picMkLst>
            <pc:docMk/>
            <pc:sldMk cId="87645457" sldId="404"/>
            <ac:picMk id="6" creationId="{BA7BEE37-9BEB-A2A4-57A9-71575F2CF25C}"/>
          </ac:picMkLst>
        </pc:picChg>
        <pc:picChg chg="add mod">
          <ac:chgData name="Frederick, Michael" userId="a19ffb3c-b041-4650-bd4c-44ca687be875" providerId="ADAL" clId="{27EDE327-7F90-4ECA-BA00-0ED99CE8D11A}" dt="2026-02-03T06:50:45.475" v="21253" actId="1076"/>
          <ac:picMkLst>
            <pc:docMk/>
            <pc:sldMk cId="87645457" sldId="404"/>
            <ac:picMk id="9" creationId="{492DA95D-E793-0206-CC2E-D0D7E5FBB081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6:07:27.178" v="21087" actId="20577"/>
        <pc:sldMkLst>
          <pc:docMk/>
          <pc:sldMk cId="2411032535" sldId="405"/>
        </pc:sldMkLst>
        <pc:spChg chg="mod">
          <ac:chgData name="Frederick, Michael" userId="a19ffb3c-b041-4650-bd4c-44ca687be875" providerId="ADAL" clId="{27EDE327-7F90-4ECA-BA00-0ED99CE8D11A}" dt="2026-02-03T06:07:27.178" v="21087" actId="20577"/>
          <ac:spMkLst>
            <pc:docMk/>
            <pc:sldMk cId="2411032535" sldId="405"/>
            <ac:spMk id="2" creationId="{92C68C0F-DF5B-EAD2-149A-32544FD192D7}"/>
          </ac:spMkLst>
        </pc:spChg>
        <pc:spChg chg="add del">
          <ac:chgData name="Frederick, Michael" userId="a19ffb3c-b041-4650-bd4c-44ca687be875" providerId="ADAL" clId="{27EDE327-7F90-4ECA-BA00-0ED99CE8D11A}" dt="2026-02-03T06:07:04.938" v="21031" actId="22"/>
          <ac:spMkLst>
            <pc:docMk/>
            <pc:sldMk cId="2411032535" sldId="405"/>
            <ac:spMk id="9" creationId="{FEE1FD61-3842-007A-8F07-CCB110A7E46F}"/>
          </ac:spMkLst>
        </pc:spChg>
        <pc:picChg chg="mod">
          <ac:chgData name="Frederick, Michael" userId="a19ffb3c-b041-4650-bd4c-44ca687be875" providerId="ADAL" clId="{27EDE327-7F90-4ECA-BA00-0ED99CE8D11A}" dt="2026-02-03T06:04:30.737" v="20875" actId="1076"/>
          <ac:picMkLst>
            <pc:docMk/>
            <pc:sldMk cId="2411032535" sldId="405"/>
            <ac:picMk id="3" creationId="{4080E646-00B5-FDB3-5225-E450BD13433E}"/>
          </ac:picMkLst>
        </pc:picChg>
        <pc:picChg chg="add mod">
          <ac:chgData name="Frederick, Michael" userId="a19ffb3c-b041-4650-bd4c-44ca687be875" providerId="ADAL" clId="{27EDE327-7F90-4ECA-BA00-0ED99CE8D11A}" dt="2026-02-03T06:01:14.772" v="20862" actId="14100"/>
          <ac:picMkLst>
            <pc:docMk/>
            <pc:sldMk cId="2411032535" sldId="405"/>
            <ac:picMk id="5" creationId="{E2AC112F-F460-75C8-AF75-5B018E58DCA7}"/>
          </ac:picMkLst>
        </pc:picChg>
        <pc:picChg chg="add del mod">
          <ac:chgData name="Frederick, Michael" userId="a19ffb3c-b041-4650-bd4c-44ca687be875" providerId="ADAL" clId="{27EDE327-7F90-4ECA-BA00-0ED99CE8D11A}" dt="2026-02-03T06:04:25.937" v="20872" actId="478"/>
          <ac:picMkLst>
            <pc:docMk/>
            <pc:sldMk cId="2411032535" sldId="405"/>
            <ac:picMk id="6" creationId="{FE0E0387-0895-3687-FAA4-C974175423BF}"/>
          </ac:picMkLst>
        </pc:picChg>
        <pc:picChg chg="del">
          <ac:chgData name="Frederick, Michael" userId="a19ffb3c-b041-4650-bd4c-44ca687be875" providerId="ADAL" clId="{27EDE327-7F90-4ECA-BA00-0ED99CE8D11A}" dt="2026-02-03T06:00:19.875" v="20851" actId="478"/>
          <ac:picMkLst>
            <pc:docMk/>
            <pc:sldMk cId="2411032535" sldId="405"/>
            <ac:picMk id="11" creationId="{E8F3FFCF-5BEF-F2F8-037E-5B8991608943}"/>
          </ac:picMkLst>
        </pc:picChg>
        <pc:picChg chg="del">
          <ac:chgData name="Frederick, Michael" userId="a19ffb3c-b041-4650-bd4c-44ca687be875" providerId="ADAL" clId="{27EDE327-7F90-4ECA-BA00-0ED99CE8D11A}" dt="2026-02-03T06:00:22.259" v="20852" actId="478"/>
          <ac:picMkLst>
            <pc:docMk/>
            <pc:sldMk cId="2411032535" sldId="405"/>
            <ac:picMk id="12" creationId="{808DDA9E-976C-027D-18A9-E4AFFB927A21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6:15:57.246" v="21227" actId="20577"/>
        <pc:sldMkLst>
          <pc:docMk/>
          <pc:sldMk cId="286440754" sldId="406"/>
        </pc:sldMkLst>
        <pc:spChg chg="mod">
          <ac:chgData name="Frederick, Michael" userId="a19ffb3c-b041-4650-bd4c-44ca687be875" providerId="ADAL" clId="{27EDE327-7F90-4ECA-BA00-0ED99CE8D11A}" dt="2026-02-03T06:15:57.246" v="21227" actId="20577"/>
          <ac:spMkLst>
            <pc:docMk/>
            <pc:sldMk cId="286440754" sldId="406"/>
            <ac:spMk id="2" creationId="{0385A78B-7CC4-D72A-933F-96CCEC2171B9}"/>
          </ac:spMkLst>
        </pc:spChg>
        <pc:picChg chg="del">
          <ac:chgData name="Frederick, Michael" userId="a19ffb3c-b041-4650-bd4c-44ca687be875" providerId="ADAL" clId="{27EDE327-7F90-4ECA-BA00-0ED99CE8D11A}" dt="2026-02-03T06:04:21.787" v="20871" actId="478"/>
          <ac:picMkLst>
            <pc:docMk/>
            <pc:sldMk cId="286440754" sldId="406"/>
            <ac:picMk id="3" creationId="{1877FDD6-FA8C-0788-5A80-DE4E1A008256}"/>
          </ac:picMkLst>
        </pc:picChg>
        <pc:picChg chg="del">
          <ac:chgData name="Frederick, Michael" userId="a19ffb3c-b041-4650-bd4c-44ca687be875" providerId="ADAL" clId="{27EDE327-7F90-4ECA-BA00-0ED99CE8D11A}" dt="2026-02-03T06:03:20.246" v="20870" actId="478"/>
          <ac:picMkLst>
            <pc:docMk/>
            <pc:sldMk cId="286440754" sldId="406"/>
            <ac:picMk id="5" creationId="{FA97AD95-0519-E218-C6F6-0B9D58727B95}"/>
          </ac:picMkLst>
        </pc:picChg>
        <pc:picChg chg="mod">
          <ac:chgData name="Frederick, Michael" userId="a19ffb3c-b041-4650-bd4c-44ca687be875" providerId="ADAL" clId="{27EDE327-7F90-4ECA-BA00-0ED99CE8D11A}" dt="2026-02-03T06:05:05.246" v="20885" actId="1076"/>
          <ac:picMkLst>
            <pc:docMk/>
            <pc:sldMk cId="286440754" sldId="406"/>
            <ac:picMk id="6" creationId="{3D8D619A-4DC2-9811-9BEE-C4FBFA185D29}"/>
          </ac:picMkLst>
        </pc:picChg>
        <pc:picChg chg="add mod">
          <ac:chgData name="Frederick, Michael" userId="a19ffb3c-b041-4650-bd4c-44ca687be875" providerId="ADAL" clId="{27EDE327-7F90-4ECA-BA00-0ED99CE8D11A}" dt="2026-02-03T06:05:23.773" v="20889" actId="1076"/>
          <ac:picMkLst>
            <pc:docMk/>
            <pc:sldMk cId="286440754" sldId="406"/>
            <ac:picMk id="8" creationId="{53F6418B-94A5-C719-C2BD-4A78D06539D8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7:19:37.094" v="21739" actId="478"/>
        <pc:sldMkLst>
          <pc:docMk/>
          <pc:sldMk cId="4147019286" sldId="407"/>
        </pc:sldMkLst>
        <pc:spChg chg="mod">
          <ac:chgData name="Frederick, Michael" userId="a19ffb3c-b041-4650-bd4c-44ca687be875" providerId="ADAL" clId="{27EDE327-7F90-4ECA-BA00-0ED99CE8D11A}" dt="2026-02-03T07:11:01.152" v="21733" actId="20577"/>
          <ac:spMkLst>
            <pc:docMk/>
            <pc:sldMk cId="4147019286" sldId="407"/>
            <ac:spMk id="2" creationId="{E1A77818-25BB-1BAD-CA11-F158AE0B55CF}"/>
          </ac:spMkLst>
        </pc:spChg>
        <pc:picChg chg="add del mod">
          <ac:chgData name="Frederick, Michael" userId="a19ffb3c-b041-4650-bd4c-44ca687be875" providerId="ADAL" clId="{27EDE327-7F90-4ECA-BA00-0ED99CE8D11A}" dt="2026-02-03T07:19:37.094" v="21739" actId="478"/>
          <ac:picMkLst>
            <pc:docMk/>
            <pc:sldMk cId="4147019286" sldId="407"/>
            <ac:picMk id="3" creationId="{A74EB418-E423-F215-E8A3-A30BDFEA21B9}"/>
          </ac:picMkLst>
        </pc:picChg>
        <pc:picChg chg="add mod">
          <ac:chgData name="Frederick, Michael" userId="a19ffb3c-b041-4650-bd4c-44ca687be875" providerId="ADAL" clId="{27EDE327-7F90-4ECA-BA00-0ED99CE8D11A}" dt="2026-02-03T07:19:36.622" v="21738"/>
          <ac:picMkLst>
            <pc:docMk/>
            <pc:sldMk cId="4147019286" sldId="407"/>
            <ac:picMk id="5" creationId="{818909D0-A8A3-F847-A05E-F8FDE7981F6E}"/>
          </ac:picMkLst>
        </pc:picChg>
        <pc:picChg chg="del">
          <ac:chgData name="Frederick, Michael" userId="a19ffb3c-b041-4650-bd4c-44ca687be875" providerId="ADAL" clId="{27EDE327-7F90-4ECA-BA00-0ED99CE8D11A}" dt="2026-02-03T06:52:12.291" v="21344" actId="478"/>
          <ac:picMkLst>
            <pc:docMk/>
            <pc:sldMk cId="4147019286" sldId="407"/>
            <ac:picMk id="6" creationId="{143C132A-FEA3-FCC5-C9B7-A6641649CF3F}"/>
          </ac:picMkLst>
        </pc:picChg>
        <pc:picChg chg="del">
          <ac:chgData name="Frederick, Michael" userId="a19ffb3c-b041-4650-bd4c-44ca687be875" providerId="ADAL" clId="{27EDE327-7F90-4ECA-BA00-0ED99CE8D11A}" dt="2026-02-03T06:52:15.070" v="21345" actId="478"/>
          <ac:picMkLst>
            <pc:docMk/>
            <pc:sldMk cId="4147019286" sldId="407"/>
            <ac:picMk id="9" creationId="{91AEF622-3D4D-6106-65EB-2C0B32708878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7:22:09.074" v="21802" actId="1076"/>
        <pc:sldMkLst>
          <pc:docMk/>
          <pc:sldMk cId="2984487049" sldId="408"/>
        </pc:sldMkLst>
        <pc:spChg chg="mod">
          <ac:chgData name="Frederick, Michael" userId="a19ffb3c-b041-4650-bd4c-44ca687be875" providerId="ADAL" clId="{27EDE327-7F90-4ECA-BA00-0ED99CE8D11A}" dt="2026-02-03T07:20:46.064" v="21784" actId="1076"/>
          <ac:spMkLst>
            <pc:docMk/>
            <pc:sldMk cId="2984487049" sldId="408"/>
            <ac:spMk id="2" creationId="{0C709D47-B8EE-25FF-883B-1C22BF7B6098}"/>
          </ac:spMkLst>
        </pc:spChg>
        <pc:picChg chg="del">
          <ac:chgData name="Frederick, Michael" userId="a19ffb3c-b041-4650-bd4c-44ca687be875" providerId="ADAL" clId="{27EDE327-7F90-4ECA-BA00-0ED99CE8D11A}" dt="2026-02-03T07:19:53.300" v="21749" actId="478"/>
          <ac:picMkLst>
            <pc:docMk/>
            <pc:sldMk cId="2984487049" sldId="408"/>
            <ac:picMk id="3" creationId="{6A4763D9-F0C4-9AD8-B223-3A49F04A939E}"/>
          </ac:picMkLst>
        </pc:picChg>
        <pc:picChg chg="add mod">
          <ac:chgData name="Frederick, Michael" userId="a19ffb3c-b041-4650-bd4c-44ca687be875" providerId="ADAL" clId="{27EDE327-7F90-4ECA-BA00-0ED99CE8D11A}" dt="2026-02-03T07:20:47.618" v="21785" actId="1076"/>
          <ac:picMkLst>
            <pc:docMk/>
            <pc:sldMk cId="2984487049" sldId="408"/>
            <ac:picMk id="5" creationId="{942A5D02-FC85-1CF8-027C-EA9FC632A908}"/>
          </ac:picMkLst>
        </pc:picChg>
        <pc:picChg chg="add mod">
          <ac:chgData name="Frederick, Michael" userId="a19ffb3c-b041-4650-bd4c-44ca687be875" providerId="ADAL" clId="{27EDE327-7F90-4ECA-BA00-0ED99CE8D11A}" dt="2026-02-03T07:22:07.536" v="21801" actId="1076"/>
          <ac:picMkLst>
            <pc:docMk/>
            <pc:sldMk cId="2984487049" sldId="408"/>
            <ac:picMk id="6" creationId="{5737769C-96AA-F058-F71F-A7F83A1830EC}"/>
          </ac:picMkLst>
        </pc:picChg>
        <pc:picChg chg="add mod">
          <ac:chgData name="Frederick, Michael" userId="a19ffb3c-b041-4650-bd4c-44ca687be875" providerId="ADAL" clId="{27EDE327-7F90-4ECA-BA00-0ED99CE8D11A}" dt="2026-02-03T07:22:09.074" v="21802" actId="1076"/>
          <ac:picMkLst>
            <pc:docMk/>
            <pc:sldMk cId="2984487049" sldId="408"/>
            <ac:picMk id="8" creationId="{64BE8B24-634B-31B3-B12B-019BFE671F82}"/>
          </ac:picMkLst>
        </pc:picChg>
        <pc:picChg chg="add mod">
          <ac:chgData name="Frederick, Michael" userId="a19ffb3c-b041-4650-bd4c-44ca687be875" providerId="ADAL" clId="{27EDE327-7F90-4ECA-BA00-0ED99CE8D11A}" dt="2026-02-03T07:22:05.914" v="21800" actId="1076"/>
          <ac:picMkLst>
            <pc:docMk/>
            <pc:sldMk cId="2984487049" sldId="408"/>
            <ac:picMk id="9" creationId="{F2530932-ABD1-F2DF-F975-B47D4F69342B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7:42:18.103" v="22199" actId="20577"/>
        <pc:sldMkLst>
          <pc:docMk/>
          <pc:sldMk cId="524188554" sldId="409"/>
        </pc:sldMkLst>
        <pc:spChg chg="mod">
          <ac:chgData name="Frederick, Michael" userId="a19ffb3c-b041-4650-bd4c-44ca687be875" providerId="ADAL" clId="{27EDE327-7F90-4ECA-BA00-0ED99CE8D11A}" dt="2026-02-03T07:42:18.103" v="22199" actId="20577"/>
          <ac:spMkLst>
            <pc:docMk/>
            <pc:sldMk cId="524188554" sldId="409"/>
            <ac:spMk id="2" creationId="{A2C1902C-C47D-9A30-0E2C-B6A24B755B89}"/>
          </ac:spMkLst>
        </pc:spChg>
        <pc:picChg chg="add mod">
          <ac:chgData name="Frederick, Michael" userId="a19ffb3c-b041-4650-bd4c-44ca687be875" providerId="ADAL" clId="{27EDE327-7F90-4ECA-BA00-0ED99CE8D11A}" dt="2026-02-03T07:37:57.882" v="21987" actId="1076"/>
          <ac:picMkLst>
            <pc:docMk/>
            <pc:sldMk cId="524188554" sldId="409"/>
            <ac:picMk id="3" creationId="{2947C758-F746-50AA-11EB-00A5ABC0E0A1}"/>
          </ac:picMkLst>
        </pc:picChg>
        <pc:picChg chg="del">
          <ac:chgData name="Frederick, Michael" userId="a19ffb3c-b041-4650-bd4c-44ca687be875" providerId="ADAL" clId="{27EDE327-7F90-4ECA-BA00-0ED99CE8D11A}" dt="2026-02-03T07:23:28.454" v="21842" actId="478"/>
          <ac:picMkLst>
            <pc:docMk/>
            <pc:sldMk cId="524188554" sldId="409"/>
            <ac:picMk id="5" creationId="{70E6013E-916F-7B46-3D97-270831E7C67F}"/>
          </ac:picMkLst>
        </pc:picChg>
        <pc:picChg chg="del">
          <ac:chgData name="Frederick, Michael" userId="a19ffb3c-b041-4650-bd4c-44ca687be875" providerId="ADAL" clId="{27EDE327-7F90-4ECA-BA00-0ED99CE8D11A}" dt="2026-02-03T07:23:27.945" v="21841" actId="478"/>
          <ac:picMkLst>
            <pc:docMk/>
            <pc:sldMk cId="524188554" sldId="409"/>
            <ac:picMk id="6" creationId="{C73862D1-6A57-4A6C-73B8-B2D3F12AF071}"/>
          </ac:picMkLst>
        </pc:picChg>
        <pc:picChg chg="del">
          <ac:chgData name="Frederick, Michael" userId="a19ffb3c-b041-4650-bd4c-44ca687be875" providerId="ADAL" clId="{27EDE327-7F90-4ECA-BA00-0ED99CE8D11A}" dt="2026-02-03T07:23:26.779" v="21839" actId="478"/>
          <ac:picMkLst>
            <pc:docMk/>
            <pc:sldMk cId="524188554" sldId="409"/>
            <ac:picMk id="8" creationId="{811FCE03-F7DD-59B2-0157-E4C833DA40BD}"/>
          </ac:picMkLst>
        </pc:picChg>
        <pc:picChg chg="del">
          <ac:chgData name="Frederick, Michael" userId="a19ffb3c-b041-4650-bd4c-44ca687be875" providerId="ADAL" clId="{27EDE327-7F90-4ECA-BA00-0ED99CE8D11A}" dt="2026-02-03T07:23:27.376" v="21840" actId="478"/>
          <ac:picMkLst>
            <pc:docMk/>
            <pc:sldMk cId="524188554" sldId="409"/>
            <ac:picMk id="9" creationId="{BE569CF8-0B43-5437-C73E-E1C4CEAA8833}"/>
          </ac:picMkLst>
        </pc:picChg>
        <pc:picChg chg="add mod">
          <ac:chgData name="Frederick, Michael" userId="a19ffb3c-b041-4650-bd4c-44ca687be875" providerId="ADAL" clId="{27EDE327-7F90-4ECA-BA00-0ED99CE8D11A}" dt="2026-02-03T07:42:12.097" v="22196" actId="1076"/>
          <ac:picMkLst>
            <pc:docMk/>
            <pc:sldMk cId="524188554" sldId="409"/>
            <ac:picMk id="10" creationId="{2241E2E2-A7AC-B490-3FC5-B99EE818059F}"/>
          </ac:picMkLst>
        </pc:picChg>
        <pc:picChg chg="add mod">
          <ac:chgData name="Frederick, Michael" userId="a19ffb3c-b041-4650-bd4c-44ca687be875" providerId="ADAL" clId="{27EDE327-7F90-4ECA-BA00-0ED99CE8D11A}" dt="2026-02-03T07:42:08.136" v="22195" actId="1076"/>
          <ac:picMkLst>
            <pc:docMk/>
            <pc:sldMk cId="524188554" sldId="409"/>
            <ac:picMk id="11" creationId="{6C3C9346-BF61-B615-70E4-7377FAFE80F1}"/>
          </ac:picMkLst>
        </pc:picChg>
      </pc:sldChg>
      <pc:sldChg chg="add del">
        <pc:chgData name="Frederick, Michael" userId="a19ffb3c-b041-4650-bd4c-44ca687be875" providerId="ADAL" clId="{27EDE327-7F90-4ECA-BA00-0ED99CE8D11A}" dt="2026-02-03T07:43:08.183" v="22201"/>
        <pc:sldMkLst>
          <pc:docMk/>
          <pc:sldMk cId="3400965320" sldId="410"/>
        </pc:sldMkLst>
      </pc:sldChg>
      <pc:sldChg chg="addSp delSp modSp add mod">
        <pc:chgData name="Frederick, Michael" userId="a19ffb3c-b041-4650-bd4c-44ca687be875" providerId="ADAL" clId="{27EDE327-7F90-4ECA-BA00-0ED99CE8D11A}" dt="2026-02-03T08:23:05.742" v="23556" actId="1076"/>
        <pc:sldMkLst>
          <pc:docMk/>
          <pc:sldMk cId="4253693071" sldId="410"/>
        </pc:sldMkLst>
        <pc:spChg chg="mod">
          <ac:chgData name="Frederick, Michael" userId="a19ffb3c-b041-4650-bd4c-44ca687be875" providerId="ADAL" clId="{27EDE327-7F90-4ECA-BA00-0ED99CE8D11A}" dt="2026-02-03T08:23:01.408" v="23555" actId="20577"/>
          <ac:spMkLst>
            <pc:docMk/>
            <pc:sldMk cId="4253693071" sldId="410"/>
            <ac:spMk id="2" creationId="{4B45D8DF-3D00-E435-D97D-1FA478B6AD97}"/>
          </ac:spMkLst>
        </pc:spChg>
        <pc:picChg chg="del">
          <ac:chgData name="Frederick, Michael" userId="a19ffb3c-b041-4650-bd4c-44ca687be875" providerId="ADAL" clId="{27EDE327-7F90-4ECA-BA00-0ED99CE8D11A}" dt="2026-02-03T07:47:54.514" v="22228" actId="478"/>
          <ac:picMkLst>
            <pc:docMk/>
            <pc:sldMk cId="4253693071" sldId="410"/>
            <ac:picMk id="3" creationId="{C4690978-BA95-BE31-AF85-07ABEF1AAC26}"/>
          </ac:picMkLst>
        </pc:picChg>
        <pc:picChg chg="add mod">
          <ac:chgData name="Frederick, Michael" userId="a19ffb3c-b041-4650-bd4c-44ca687be875" providerId="ADAL" clId="{27EDE327-7F90-4ECA-BA00-0ED99CE8D11A}" dt="2026-02-03T08:23:05.742" v="23556" actId="1076"/>
          <ac:picMkLst>
            <pc:docMk/>
            <pc:sldMk cId="4253693071" sldId="410"/>
            <ac:picMk id="5" creationId="{C0E1C62B-9CD3-17C1-D510-9359F0A98EE4}"/>
          </ac:picMkLst>
        </pc:picChg>
        <pc:picChg chg="del">
          <ac:chgData name="Frederick, Michael" userId="a19ffb3c-b041-4650-bd4c-44ca687be875" providerId="ADAL" clId="{27EDE327-7F90-4ECA-BA00-0ED99CE8D11A}" dt="2026-02-03T07:47:53.625" v="22227" actId="478"/>
          <ac:picMkLst>
            <pc:docMk/>
            <pc:sldMk cId="4253693071" sldId="410"/>
            <ac:picMk id="10" creationId="{4248C186-BD38-C3CC-9BAA-CACD5985D0FA}"/>
          </ac:picMkLst>
        </pc:picChg>
        <pc:picChg chg="del">
          <ac:chgData name="Frederick, Michael" userId="a19ffb3c-b041-4650-bd4c-44ca687be875" providerId="ADAL" clId="{27EDE327-7F90-4ECA-BA00-0ED99CE8D11A}" dt="2026-02-03T07:47:52.655" v="22226" actId="478"/>
          <ac:picMkLst>
            <pc:docMk/>
            <pc:sldMk cId="4253693071" sldId="410"/>
            <ac:picMk id="11" creationId="{DFEDF1B3-9189-EC2C-2263-3727EF595640}"/>
          </ac:picMkLst>
        </pc:picChg>
        <pc:picChg chg="add mod">
          <ac:chgData name="Frederick, Michael" userId="a19ffb3c-b041-4650-bd4c-44ca687be875" providerId="ADAL" clId="{27EDE327-7F90-4ECA-BA00-0ED99CE8D11A}" dt="2026-02-03T08:11:25.485" v="23264" actId="1076"/>
          <ac:picMkLst>
            <pc:docMk/>
            <pc:sldMk cId="4253693071" sldId="410"/>
            <ac:picMk id="15" creationId="{C0E1C62B-9CD3-17C1-D510-9359F0A98EE4}"/>
          </ac:picMkLst>
        </pc:picChg>
      </pc:sldChg>
      <pc:sldChg chg="addSp modSp add mod">
        <pc:chgData name="Frederick, Michael" userId="a19ffb3c-b041-4650-bd4c-44ca687be875" providerId="ADAL" clId="{27EDE327-7F90-4ECA-BA00-0ED99CE8D11A}" dt="2026-02-03T08:04:29.284" v="23095" actId="1036"/>
        <pc:sldMkLst>
          <pc:docMk/>
          <pc:sldMk cId="3217600193" sldId="411"/>
        </pc:sldMkLst>
        <pc:spChg chg="mod">
          <ac:chgData name="Frederick, Michael" userId="a19ffb3c-b041-4650-bd4c-44ca687be875" providerId="ADAL" clId="{27EDE327-7F90-4ECA-BA00-0ED99CE8D11A}" dt="2026-02-03T08:03:18.688" v="23065" actId="1076"/>
          <ac:spMkLst>
            <pc:docMk/>
            <pc:sldMk cId="3217600193" sldId="411"/>
            <ac:spMk id="2" creationId="{E4F8B227-D6ED-D7B2-3CDF-5F7D1C98B6B7}"/>
          </ac:spMkLst>
        </pc:spChg>
        <pc:picChg chg="add mod">
          <ac:chgData name="Frederick, Michael" userId="a19ffb3c-b041-4650-bd4c-44ca687be875" providerId="ADAL" clId="{27EDE327-7F90-4ECA-BA00-0ED99CE8D11A}" dt="2026-02-03T08:03:35.669" v="23074" actId="1076"/>
          <ac:picMkLst>
            <pc:docMk/>
            <pc:sldMk cId="3217600193" sldId="411"/>
            <ac:picMk id="3" creationId="{B35B980A-76AD-9C46-DE09-AA9B734F39AC}"/>
          </ac:picMkLst>
        </pc:picChg>
        <pc:picChg chg="add mod">
          <ac:chgData name="Frederick, Michael" userId="a19ffb3c-b041-4650-bd4c-44ca687be875" providerId="ADAL" clId="{27EDE327-7F90-4ECA-BA00-0ED99CE8D11A}" dt="2026-02-03T08:03:34.313" v="23073" actId="1076"/>
          <ac:picMkLst>
            <pc:docMk/>
            <pc:sldMk cId="3217600193" sldId="411"/>
            <ac:picMk id="5" creationId="{E8435A10-E46C-9191-AB82-6A1711DEC94D}"/>
          </ac:picMkLst>
        </pc:picChg>
        <pc:picChg chg="add mod">
          <ac:chgData name="Frederick, Michael" userId="a19ffb3c-b041-4650-bd4c-44ca687be875" providerId="ADAL" clId="{27EDE327-7F90-4ECA-BA00-0ED99CE8D11A}" dt="2026-02-03T08:04:29.284" v="23095" actId="1036"/>
          <ac:picMkLst>
            <pc:docMk/>
            <pc:sldMk cId="3217600193" sldId="411"/>
            <ac:picMk id="6" creationId="{19C195E7-259D-3593-DD28-4B494F4CB0FF}"/>
          </ac:picMkLst>
        </pc:picChg>
        <pc:picChg chg="add mod">
          <ac:chgData name="Frederick, Michael" userId="a19ffb3c-b041-4650-bd4c-44ca687be875" providerId="ADAL" clId="{27EDE327-7F90-4ECA-BA00-0ED99CE8D11A}" dt="2026-02-03T08:04:26.709" v="23091" actId="1035"/>
          <ac:picMkLst>
            <pc:docMk/>
            <pc:sldMk cId="3217600193" sldId="411"/>
            <ac:picMk id="8" creationId="{551E0ADA-3190-1AD0-8ABE-BD630C71CA64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8:12:22.643" v="23271" actId="1076"/>
        <pc:sldMkLst>
          <pc:docMk/>
          <pc:sldMk cId="3700660027" sldId="412"/>
        </pc:sldMkLst>
        <pc:spChg chg="add mod">
          <ac:chgData name="Frederick, Michael" userId="a19ffb3c-b041-4650-bd4c-44ca687be875" providerId="ADAL" clId="{27EDE327-7F90-4ECA-BA00-0ED99CE8D11A}" dt="2026-02-03T08:12:22.643" v="23271" actId="1076"/>
          <ac:spMkLst>
            <pc:docMk/>
            <pc:sldMk cId="3700660027" sldId="412"/>
            <ac:spMk id="12" creationId="{29D3DF7C-1C34-0C29-B085-76D238EE826B}"/>
          </ac:spMkLst>
        </pc:spChg>
        <pc:picChg chg="del">
          <ac:chgData name="Frederick, Michael" userId="a19ffb3c-b041-4650-bd4c-44ca687be875" providerId="ADAL" clId="{27EDE327-7F90-4ECA-BA00-0ED99CE8D11A}" dt="2026-02-03T08:05:02.008" v="23100" actId="478"/>
          <ac:picMkLst>
            <pc:docMk/>
            <pc:sldMk cId="3700660027" sldId="412"/>
            <ac:picMk id="3" creationId="{DBB411B9-FEA5-1F02-184C-A2F4A0A50801}"/>
          </ac:picMkLst>
        </pc:picChg>
        <pc:picChg chg="del">
          <ac:chgData name="Frederick, Michael" userId="a19ffb3c-b041-4650-bd4c-44ca687be875" providerId="ADAL" clId="{27EDE327-7F90-4ECA-BA00-0ED99CE8D11A}" dt="2026-02-03T08:05:01.575" v="23099" actId="478"/>
          <ac:picMkLst>
            <pc:docMk/>
            <pc:sldMk cId="3700660027" sldId="412"/>
            <ac:picMk id="5" creationId="{E64972BE-9706-C1A8-8F0A-44AF8F82F376}"/>
          </ac:picMkLst>
        </pc:picChg>
        <pc:picChg chg="del">
          <ac:chgData name="Frederick, Michael" userId="a19ffb3c-b041-4650-bd4c-44ca687be875" providerId="ADAL" clId="{27EDE327-7F90-4ECA-BA00-0ED99CE8D11A}" dt="2026-02-03T08:05:00.205" v="23097" actId="478"/>
          <ac:picMkLst>
            <pc:docMk/>
            <pc:sldMk cId="3700660027" sldId="412"/>
            <ac:picMk id="6" creationId="{8F84963A-8503-B736-DCEB-854E926706C0}"/>
          </ac:picMkLst>
        </pc:picChg>
        <pc:picChg chg="del">
          <ac:chgData name="Frederick, Michael" userId="a19ffb3c-b041-4650-bd4c-44ca687be875" providerId="ADAL" clId="{27EDE327-7F90-4ECA-BA00-0ED99CE8D11A}" dt="2026-02-03T08:05:00.891" v="23098" actId="478"/>
          <ac:picMkLst>
            <pc:docMk/>
            <pc:sldMk cId="3700660027" sldId="412"/>
            <ac:picMk id="8" creationId="{A07D8074-433E-A84F-AC1A-2F84D1EF15F8}"/>
          </ac:picMkLst>
        </pc:picChg>
        <pc:picChg chg="add mod">
          <ac:chgData name="Frederick, Michael" userId="a19ffb3c-b041-4650-bd4c-44ca687be875" providerId="ADAL" clId="{27EDE327-7F90-4ECA-BA00-0ED99CE8D11A}" dt="2026-02-03T08:05:41.057" v="23110" actId="14100"/>
          <ac:picMkLst>
            <pc:docMk/>
            <pc:sldMk cId="3700660027" sldId="412"/>
            <ac:picMk id="9" creationId="{E6B4E4C1-1199-38CA-327E-F6B6A1007554}"/>
          </ac:picMkLst>
        </pc:picChg>
        <pc:picChg chg="add mod">
          <ac:chgData name="Frederick, Michael" userId="a19ffb3c-b041-4650-bd4c-44ca687be875" providerId="ADAL" clId="{27EDE327-7F90-4ECA-BA00-0ED99CE8D11A}" dt="2026-02-03T08:05:44.408" v="23111" actId="1076"/>
          <ac:picMkLst>
            <pc:docMk/>
            <pc:sldMk cId="3700660027" sldId="412"/>
            <ac:picMk id="10" creationId="{B7AC33D4-4B10-7F9E-7117-7210DC5148D6}"/>
          </ac:picMkLst>
        </pc:picChg>
        <pc:picChg chg="add mod">
          <ac:chgData name="Frederick, Michael" userId="a19ffb3c-b041-4650-bd4c-44ca687be875" providerId="ADAL" clId="{27EDE327-7F90-4ECA-BA00-0ED99CE8D11A}" dt="2026-02-03T08:07:29.945" v="23119" actId="1076"/>
          <ac:picMkLst>
            <pc:docMk/>
            <pc:sldMk cId="3700660027" sldId="412"/>
            <ac:picMk id="11" creationId="{9A3252A2-2C69-B8DA-1902-7F1A49B9891E}"/>
          </ac:picMkLst>
        </pc:picChg>
        <pc:picChg chg="add del mod">
          <ac:chgData name="Frederick, Michael" userId="a19ffb3c-b041-4650-bd4c-44ca687be875" providerId="ADAL" clId="{27EDE327-7F90-4ECA-BA00-0ED99CE8D11A}" dt="2026-02-03T08:10:49.099" v="23253" actId="478"/>
          <ac:picMkLst>
            <pc:docMk/>
            <pc:sldMk cId="3700660027" sldId="412"/>
            <ac:picMk id="13" creationId="{820BF036-EF63-E2C0-94B7-F0E4C50DAF2E}"/>
          </ac:picMkLst>
        </pc:picChg>
        <pc:picChg chg="add del mod">
          <ac:chgData name="Frederick, Michael" userId="a19ffb3c-b041-4650-bd4c-44ca687be875" providerId="ADAL" clId="{27EDE327-7F90-4ECA-BA00-0ED99CE8D11A}" dt="2026-02-03T08:11:56.406" v="23266" actId="21"/>
          <ac:picMkLst>
            <pc:docMk/>
            <pc:sldMk cId="3700660027" sldId="412"/>
            <ac:picMk id="15" creationId="{C0E1C62B-9CD3-17C1-D510-9359F0A98EE4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8:19:04.394" v="23464" actId="1076"/>
        <pc:sldMkLst>
          <pc:docMk/>
          <pc:sldMk cId="2937041135" sldId="413"/>
        </pc:sldMkLst>
        <pc:spChg chg="mod">
          <ac:chgData name="Frederick, Michael" userId="a19ffb3c-b041-4650-bd4c-44ca687be875" providerId="ADAL" clId="{27EDE327-7F90-4ECA-BA00-0ED99CE8D11A}" dt="2026-02-03T08:18:36.580" v="23456" actId="20577"/>
          <ac:spMkLst>
            <pc:docMk/>
            <pc:sldMk cId="2937041135" sldId="413"/>
            <ac:spMk id="2" creationId="{E887FE54-BE76-F40C-FC3E-E962ECEE17C5}"/>
          </ac:spMkLst>
        </pc:spChg>
        <pc:spChg chg="mod">
          <ac:chgData name="Frederick, Michael" userId="a19ffb3c-b041-4650-bd4c-44ca687be875" providerId="ADAL" clId="{27EDE327-7F90-4ECA-BA00-0ED99CE8D11A}" dt="2026-02-03T08:14:51.748" v="23329" actId="20577"/>
          <ac:spMkLst>
            <pc:docMk/>
            <pc:sldMk cId="2937041135" sldId="413"/>
            <ac:spMk id="4" creationId="{07D182B4-9B5E-E977-4DE6-4EEE98A313D5}"/>
          </ac:spMkLst>
        </pc:spChg>
        <pc:spChg chg="del mod">
          <ac:chgData name="Frederick, Michael" userId="a19ffb3c-b041-4650-bd4c-44ca687be875" providerId="ADAL" clId="{27EDE327-7F90-4ECA-BA00-0ED99CE8D11A}" dt="2026-02-03T08:16:23.036" v="23372" actId="478"/>
          <ac:spMkLst>
            <pc:docMk/>
            <pc:sldMk cId="2937041135" sldId="413"/>
            <ac:spMk id="12" creationId="{6E5FCA9A-5326-713F-7435-800128A7739E}"/>
          </ac:spMkLst>
        </pc:spChg>
        <pc:picChg chg="add mod">
          <ac:chgData name="Frederick, Michael" userId="a19ffb3c-b041-4650-bd4c-44ca687be875" providerId="ADAL" clId="{27EDE327-7F90-4ECA-BA00-0ED99CE8D11A}" dt="2026-02-03T08:19:03.196" v="23463" actId="1076"/>
          <ac:picMkLst>
            <pc:docMk/>
            <pc:sldMk cId="2937041135" sldId="413"/>
            <ac:picMk id="3" creationId="{9234AC78-70CA-0296-FD39-74F357803D7F}"/>
          </ac:picMkLst>
        </pc:picChg>
        <pc:picChg chg="add mod">
          <ac:chgData name="Frederick, Michael" userId="a19ffb3c-b041-4650-bd4c-44ca687be875" providerId="ADAL" clId="{27EDE327-7F90-4ECA-BA00-0ED99CE8D11A}" dt="2026-02-03T08:18:48.574" v="23458"/>
          <ac:picMkLst>
            <pc:docMk/>
            <pc:sldMk cId="2937041135" sldId="413"/>
            <ac:picMk id="5" creationId="{82DBEE32-F522-1E5F-4E28-4B701DB5297D}"/>
          </ac:picMkLst>
        </pc:picChg>
        <pc:picChg chg="add mod">
          <ac:chgData name="Frederick, Michael" userId="a19ffb3c-b041-4650-bd4c-44ca687be875" providerId="ADAL" clId="{27EDE327-7F90-4ECA-BA00-0ED99CE8D11A}" dt="2026-02-03T08:19:04.394" v="23464" actId="1076"/>
          <ac:picMkLst>
            <pc:docMk/>
            <pc:sldMk cId="2937041135" sldId="413"/>
            <ac:picMk id="6" creationId="{1EC42DC5-4767-95DA-2799-BC71E5B168C4}"/>
          </ac:picMkLst>
        </pc:picChg>
        <pc:picChg chg="del">
          <ac:chgData name="Frederick, Michael" userId="a19ffb3c-b041-4650-bd4c-44ca687be875" providerId="ADAL" clId="{27EDE327-7F90-4ECA-BA00-0ED99CE8D11A}" dt="2026-02-03T08:15:15.446" v="23357" actId="478"/>
          <ac:picMkLst>
            <pc:docMk/>
            <pc:sldMk cId="2937041135" sldId="413"/>
            <ac:picMk id="9" creationId="{8E6DC4F7-8384-8BF7-74AE-0EC94F077AA9}"/>
          </ac:picMkLst>
        </pc:picChg>
        <pc:picChg chg="del">
          <ac:chgData name="Frederick, Michael" userId="a19ffb3c-b041-4650-bd4c-44ca687be875" providerId="ADAL" clId="{27EDE327-7F90-4ECA-BA00-0ED99CE8D11A}" dt="2026-02-03T08:15:15.942" v="23358" actId="478"/>
          <ac:picMkLst>
            <pc:docMk/>
            <pc:sldMk cId="2937041135" sldId="413"/>
            <ac:picMk id="10" creationId="{39445E7F-0901-E674-1F47-C8E52FEED551}"/>
          </ac:picMkLst>
        </pc:picChg>
        <pc:picChg chg="del">
          <ac:chgData name="Frederick, Michael" userId="a19ffb3c-b041-4650-bd4c-44ca687be875" providerId="ADAL" clId="{27EDE327-7F90-4ECA-BA00-0ED99CE8D11A}" dt="2026-02-03T08:15:16.454" v="23359" actId="478"/>
          <ac:picMkLst>
            <pc:docMk/>
            <pc:sldMk cId="2937041135" sldId="413"/>
            <ac:picMk id="11" creationId="{7FA62DC5-3456-180B-64CD-D4A3B0374613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3T08:22:05.078" v="23545" actId="20577"/>
        <pc:sldMkLst>
          <pc:docMk/>
          <pc:sldMk cId="587381424" sldId="414"/>
        </pc:sldMkLst>
        <pc:spChg chg="mod">
          <ac:chgData name="Frederick, Michael" userId="a19ffb3c-b041-4650-bd4c-44ca687be875" providerId="ADAL" clId="{27EDE327-7F90-4ECA-BA00-0ED99CE8D11A}" dt="2026-02-03T08:22:05.078" v="23545" actId="20577"/>
          <ac:spMkLst>
            <pc:docMk/>
            <pc:sldMk cId="587381424" sldId="414"/>
            <ac:spMk id="2" creationId="{3FC9D1E8-1FDF-8280-E590-1D947A1CD232}"/>
          </ac:spMkLst>
        </pc:spChg>
        <pc:picChg chg="del">
          <ac:chgData name="Frederick, Michael" userId="a19ffb3c-b041-4650-bd4c-44ca687be875" providerId="ADAL" clId="{27EDE327-7F90-4ECA-BA00-0ED99CE8D11A}" dt="2026-02-03T08:19:23.819" v="23466" actId="478"/>
          <ac:picMkLst>
            <pc:docMk/>
            <pc:sldMk cId="587381424" sldId="414"/>
            <ac:picMk id="3" creationId="{2AC58E8E-706C-5125-1A10-6FB592ED3F33}"/>
          </ac:picMkLst>
        </pc:picChg>
        <pc:picChg chg="add mod">
          <ac:chgData name="Frederick, Michael" userId="a19ffb3c-b041-4650-bd4c-44ca687be875" providerId="ADAL" clId="{27EDE327-7F90-4ECA-BA00-0ED99CE8D11A}" dt="2026-02-03T08:20:23.813" v="23496" actId="1076"/>
          <ac:picMkLst>
            <pc:docMk/>
            <pc:sldMk cId="587381424" sldId="414"/>
            <ac:picMk id="5" creationId="{8DB49F5B-6C9E-638B-0477-4D9CE83DC8CF}"/>
          </ac:picMkLst>
        </pc:picChg>
        <pc:picChg chg="del">
          <ac:chgData name="Frederick, Michael" userId="a19ffb3c-b041-4650-bd4c-44ca687be875" providerId="ADAL" clId="{27EDE327-7F90-4ECA-BA00-0ED99CE8D11A}" dt="2026-02-03T08:19:24.367" v="23467" actId="478"/>
          <ac:picMkLst>
            <pc:docMk/>
            <pc:sldMk cId="587381424" sldId="414"/>
            <ac:picMk id="6" creationId="{DCF1D574-8530-4BAC-8812-C7B7AA530BCB}"/>
          </ac:picMkLst>
        </pc:picChg>
        <pc:picChg chg="add mod">
          <ac:chgData name="Frederick, Michael" userId="a19ffb3c-b041-4650-bd4c-44ca687be875" providerId="ADAL" clId="{27EDE327-7F90-4ECA-BA00-0ED99CE8D11A}" dt="2026-02-03T08:20:27.826" v="23497" actId="1076"/>
          <ac:picMkLst>
            <pc:docMk/>
            <pc:sldMk cId="587381424" sldId="414"/>
            <ac:picMk id="8" creationId="{127C079B-6B6A-D2D3-EC33-27EAFCCDA80E}"/>
          </ac:picMkLst>
        </pc:picChg>
        <pc:picChg chg="add mod">
          <ac:chgData name="Frederick, Michael" userId="a19ffb3c-b041-4650-bd4c-44ca687be875" providerId="ADAL" clId="{27EDE327-7F90-4ECA-BA00-0ED99CE8D11A}" dt="2026-02-03T08:20:32.996" v="23498" actId="1076"/>
          <ac:picMkLst>
            <pc:docMk/>
            <pc:sldMk cId="587381424" sldId="414"/>
            <ac:picMk id="9" creationId="{251D4056-8F24-84A7-A2A0-B3CB81380997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46:59.326" v="25242" actId="478"/>
        <pc:sldMkLst>
          <pc:docMk/>
          <pc:sldMk cId="4145572931" sldId="415"/>
        </pc:sldMkLst>
        <pc:spChg chg="mod">
          <ac:chgData name="Frederick, Michael" userId="a19ffb3c-b041-4650-bd4c-44ca687be875" providerId="ADAL" clId="{27EDE327-7F90-4ECA-BA00-0ED99CE8D11A}" dt="2026-02-04T06:14:43.234" v="24808" actId="20577"/>
          <ac:spMkLst>
            <pc:docMk/>
            <pc:sldMk cId="4145572931" sldId="415"/>
            <ac:spMk id="2" creationId="{BC59A6F8-13E3-D704-48A1-D71B8C93D4AE}"/>
          </ac:spMkLst>
        </pc:spChg>
        <pc:spChg chg="mod">
          <ac:chgData name="Frederick, Michael" userId="a19ffb3c-b041-4650-bd4c-44ca687be875" providerId="ADAL" clId="{27EDE327-7F90-4ECA-BA00-0ED99CE8D11A}" dt="2026-02-03T09:37:44.647" v="23587" actId="20577"/>
          <ac:spMkLst>
            <pc:docMk/>
            <pc:sldMk cId="4145572931" sldId="415"/>
            <ac:spMk id="4" creationId="{92181DE7-5454-8DEC-9F63-02B3194AEE29}"/>
          </ac:spMkLst>
        </pc:spChg>
        <pc:picChg chg="add del mod">
          <ac:chgData name="Frederick, Michael" userId="a19ffb3c-b041-4650-bd4c-44ca687be875" providerId="ADAL" clId="{27EDE327-7F90-4ECA-BA00-0ED99CE8D11A}" dt="2026-02-04T07:46:59.326" v="25242" actId="478"/>
          <ac:picMkLst>
            <pc:docMk/>
            <pc:sldMk cId="4145572931" sldId="415"/>
            <ac:picMk id="3" creationId="{01A71310-8C33-F40C-8A55-CA502CD9AB9E}"/>
          </ac:picMkLst>
        </pc:picChg>
        <pc:picChg chg="del">
          <ac:chgData name="Frederick, Michael" userId="a19ffb3c-b041-4650-bd4c-44ca687be875" providerId="ADAL" clId="{27EDE327-7F90-4ECA-BA00-0ED99CE8D11A}" dt="2026-02-04T05:45:29.788" v="23680" actId="478"/>
          <ac:picMkLst>
            <pc:docMk/>
            <pc:sldMk cId="4145572931" sldId="415"/>
            <ac:picMk id="5" creationId="{B7E330FA-F710-BC5A-B6FF-93A249B72F80}"/>
          </ac:picMkLst>
        </pc:picChg>
        <pc:picChg chg="del">
          <ac:chgData name="Frederick, Michael" userId="a19ffb3c-b041-4650-bd4c-44ca687be875" providerId="ADAL" clId="{27EDE327-7F90-4ECA-BA00-0ED99CE8D11A}" dt="2026-02-04T05:45:31.944" v="23681" actId="478"/>
          <ac:picMkLst>
            <pc:docMk/>
            <pc:sldMk cId="4145572931" sldId="415"/>
            <ac:picMk id="8" creationId="{FF8C310D-5050-E825-2196-01D0EB7BCFDF}"/>
          </ac:picMkLst>
        </pc:picChg>
        <pc:picChg chg="del">
          <ac:chgData name="Frederick, Michael" userId="a19ffb3c-b041-4650-bd4c-44ca687be875" providerId="ADAL" clId="{27EDE327-7F90-4ECA-BA00-0ED99CE8D11A}" dt="2026-02-04T05:45:34.156" v="23682" actId="478"/>
          <ac:picMkLst>
            <pc:docMk/>
            <pc:sldMk cId="4145572931" sldId="415"/>
            <ac:picMk id="9" creationId="{F502B8DC-CB0F-571E-0925-2E64688D9040}"/>
          </ac:picMkLst>
        </pc:picChg>
      </pc:sldChg>
      <pc:sldChg chg="addSp modSp add mod">
        <pc:chgData name="Frederick, Michael" userId="a19ffb3c-b041-4650-bd4c-44ca687be875" providerId="ADAL" clId="{27EDE327-7F90-4ECA-BA00-0ED99CE8D11A}" dt="2026-02-04T06:16:16.282" v="24857" actId="20577"/>
        <pc:sldMkLst>
          <pc:docMk/>
          <pc:sldMk cId="3000981044" sldId="416"/>
        </pc:sldMkLst>
        <pc:spChg chg="mod">
          <ac:chgData name="Frederick, Michael" userId="a19ffb3c-b041-4650-bd4c-44ca687be875" providerId="ADAL" clId="{27EDE327-7F90-4ECA-BA00-0ED99CE8D11A}" dt="2026-02-04T06:16:16.282" v="24857" actId="20577"/>
          <ac:spMkLst>
            <pc:docMk/>
            <pc:sldMk cId="3000981044" sldId="416"/>
            <ac:spMk id="2" creationId="{21BDA381-A2D4-C172-25E0-15D15433EAF9}"/>
          </ac:spMkLst>
        </pc:spChg>
        <pc:picChg chg="add mod">
          <ac:chgData name="Frederick, Michael" userId="a19ffb3c-b041-4650-bd4c-44ca687be875" providerId="ADAL" clId="{27EDE327-7F90-4ECA-BA00-0ED99CE8D11A}" dt="2026-02-04T06:15:13.360" v="24814" actId="1076"/>
          <ac:picMkLst>
            <pc:docMk/>
            <pc:sldMk cId="3000981044" sldId="416"/>
            <ac:picMk id="3" creationId="{CF5960DB-DD8F-8200-94DA-6ECA3956D60F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6:19:39.220" v="24899" actId="20577"/>
        <pc:sldMkLst>
          <pc:docMk/>
          <pc:sldMk cId="1909636275" sldId="417"/>
        </pc:sldMkLst>
        <pc:spChg chg="mod">
          <ac:chgData name="Frederick, Michael" userId="a19ffb3c-b041-4650-bd4c-44ca687be875" providerId="ADAL" clId="{27EDE327-7F90-4ECA-BA00-0ED99CE8D11A}" dt="2026-02-04T06:19:39.220" v="24899" actId="20577"/>
          <ac:spMkLst>
            <pc:docMk/>
            <pc:sldMk cId="1909636275" sldId="417"/>
            <ac:spMk id="2" creationId="{AC83F998-B93A-0732-6267-9FB5B9E8B189}"/>
          </ac:spMkLst>
        </pc:spChg>
        <pc:picChg chg="del">
          <ac:chgData name="Frederick, Michael" userId="a19ffb3c-b041-4650-bd4c-44ca687be875" providerId="ADAL" clId="{27EDE327-7F90-4ECA-BA00-0ED99CE8D11A}" dt="2026-02-04T06:17:53.262" v="24867" actId="478"/>
          <ac:picMkLst>
            <pc:docMk/>
            <pc:sldMk cId="1909636275" sldId="417"/>
            <ac:picMk id="3" creationId="{E5E6D01C-C608-7A0C-8260-24ADB512FF0E}"/>
          </ac:picMkLst>
        </pc:picChg>
        <pc:picChg chg="add mod">
          <ac:chgData name="Frederick, Michael" userId="a19ffb3c-b041-4650-bd4c-44ca687be875" providerId="ADAL" clId="{27EDE327-7F90-4ECA-BA00-0ED99CE8D11A}" dt="2026-02-04T06:18:10.110" v="24872" actId="1076"/>
          <ac:picMkLst>
            <pc:docMk/>
            <pc:sldMk cId="1909636275" sldId="417"/>
            <ac:picMk id="5" creationId="{1DBB585D-57B7-1BAA-F1C4-838C054697E1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6:21:17.628" v="24914" actId="20577"/>
        <pc:sldMkLst>
          <pc:docMk/>
          <pc:sldMk cId="3346842332" sldId="418"/>
        </pc:sldMkLst>
        <pc:spChg chg="mod">
          <ac:chgData name="Frederick, Michael" userId="a19ffb3c-b041-4650-bd4c-44ca687be875" providerId="ADAL" clId="{27EDE327-7F90-4ECA-BA00-0ED99CE8D11A}" dt="2026-02-04T06:21:17.628" v="24914" actId="20577"/>
          <ac:spMkLst>
            <pc:docMk/>
            <pc:sldMk cId="3346842332" sldId="418"/>
            <ac:spMk id="2" creationId="{F5C1DEBA-B5FA-02E6-ECE0-8CFAC7BBEA67}"/>
          </ac:spMkLst>
        </pc:spChg>
        <pc:picChg chg="add mod">
          <ac:chgData name="Frederick, Michael" userId="a19ffb3c-b041-4650-bd4c-44ca687be875" providerId="ADAL" clId="{27EDE327-7F90-4ECA-BA00-0ED99CE8D11A}" dt="2026-02-04T06:20:41.830" v="24904" actId="1076"/>
          <ac:picMkLst>
            <pc:docMk/>
            <pc:sldMk cId="3346842332" sldId="418"/>
            <ac:picMk id="3" creationId="{D75EF461-B89E-0FA5-AF37-98FECEBC8B3B}"/>
          </ac:picMkLst>
        </pc:picChg>
        <pc:picChg chg="del">
          <ac:chgData name="Frederick, Michael" userId="a19ffb3c-b041-4650-bd4c-44ca687be875" providerId="ADAL" clId="{27EDE327-7F90-4ECA-BA00-0ED99CE8D11A}" dt="2026-02-04T06:20:26.140" v="24901" actId="478"/>
          <ac:picMkLst>
            <pc:docMk/>
            <pc:sldMk cId="3346842332" sldId="418"/>
            <ac:picMk id="5" creationId="{579FB876-5C7E-EA8D-9709-E838C689C80D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6:56:06.691" v="24959" actId="20577"/>
        <pc:sldMkLst>
          <pc:docMk/>
          <pc:sldMk cId="2113793777" sldId="419"/>
        </pc:sldMkLst>
        <pc:spChg chg="mod">
          <ac:chgData name="Frederick, Michael" userId="a19ffb3c-b041-4650-bd4c-44ca687be875" providerId="ADAL" clId="{27EDE327-7F90-4ECA-BA00-0ED99CE8D11A}" dt="2026-02-04T06:56:06.691" v="24959" actId="20577"/>
          <ac:spMkLst>
            <pc:docMk/>
            <pc:sldMk cId="2113793777" sldId="419"/>
            <ac:spMk id="2" creationId="{C7ACB2BE-9CD3-BB95-8322-9D9FF1FB83AA}"/>
          </ac:spMkLst>
        </pc:spChg>
        <pc:picChg chg="del">
          <ac:chgData name="Frederick, Michael" userId="a19ffb3c-b041-4650-bd4c-44ca687be875" providerId="ADAL" clId="{27EDE327-7F90-4ECA-BA00-0ED99CE8D11A}" dt="2026-02-04T06:54:59.057" v="24928" actId="478"/>
          <ac:picMkLst>
            <pc:docMk/>
            <pc:sldMk cId="2113793777" sldId="419"/>
            <ac:picMk id="3" creationId="{87E3DD08-9CA8-B051-9850-3841A300001A}"/>
          </ac:picMkLst>
        </pc:picChg>
        <pc:picChg chg="add mod">
          <ac:chgData name="Frederick, Michael" userId="a19ffb3c-b041-4650-bd4c-44ca687be875" providerId="ADAL" clId="{27EDE327-7F90-4ECA-BA00-0ED99CE8D11A}" dt="2026-02-04T06:55:35.105" v="24937" actId="1076"/>
          <ac:picMkLst>
            <pc:docMk/>
            <pc:sldMk cId="2113793777" sldId="419"/>
            <ac:picMk id="5" creationId="{AE148BE7-C142-292A-B646-A1F9ACF1A39D}"/>
          </ac:picMkLst>
        </pc:picChg>
        <pc:picChg chg="add mod">
          <ac:chgData name="Frederick, Michael" userId="a19ffb3c-b041-4650-bd4c-44ca687be875" providerId="ADAL" clId="{27EDE327-7F90-4ECA-BA00-0ED99CE8D11A}" dt="2026-02-04T06:55:41.666" v="24939" actId="14100"/>
          <ac:picMkLst>
            <pc:docMk/>
            <pc:sldMk cId="2113793777" sldId="419"/>
            <ac:picMk id="6" creationId="{11C428C0-1F1B-CC97-E637-CB29F0A34116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03:03.233" v="25070" actId="20577"/>
        <pc:sldMkLst>
          <pc:docMk/>
          <pc:sldMk cId="4266866165" sldId="420"/>
        </pc:sldMkLst>
        <pc:spChg chg="mod">
          <ac:chgData name="Frederick, Michael" userId="a19ffb3c-b041-4650-bd4c-44ca687be875" providerId="ADAL" clId="{27EDE327-7F90-4ECA-BA00-0ED99CE8D11A}" dt="2026-02-04T07:03:03.233" v="25070" actId="20577"/>
          <ac:spMkLst>
            <pc:docMk/>
            <pc:sldMk cId="4266866165" sldId="420"/>
            <ac:spMk id="2" creationId="{56282F5D-5768-1CAD-4BED-A44A8BED4F45}"/>
          </ac:spMkLst>
        </pc:spChg>
        <pc:picChg chg="add mod">
          <ac:chgData name="Frederick, Michael" userId="a19ffb3c-b041-4650-bd4c-44ca687be875" providerId="ADAL" clId="{27EDE327-7F90-4ECA-BA00-0ED99CE8D11A}" dt="2026-02-04T07:02:39.732" v="25054" actId="1076"/>
          <ac:picMkLst>
            <pc:docMk/>
            <pc:sldMk cId="4266866165" sldId="420"/>
            <ac:picMk id="3" creationId="{77039AAB-D584-2C19-F995-55D3F89A8531}"/>
          </ac:picMkLst>
        </pc:picChg>
        <pc:picChg chg="del">
          <ac:chgData name="Frederick, Michael" userId="a19ffb3c-b041-4650-bd4c-44ca687be875" providerId="ADAL" clId="{27EDE327-7F90-4ECA-BA00-0ED99CE8D11A}" dt="2026-02-04T07:02:01.557" v="24973" actId="478"/>
          <ac:picMkLst>
            <pc:docMk/>
            <pc:sldMk cId="4266866165" sldId="420"/>
            <ac:picMk id="5" creationId="{1F7CB0E2-F43B-2240-7119-5E37E8FB723E}"/>
          </ac:picMkLst>
        </pc:picChg>
        <pc:picChg chg="del">
          <ac:chgData name="Frederick, Michael" userId="a19ffb3c-b041-4650-bd4c-44ca687be875" providerId="ADAL" clId="{27EDE327-7F90-4ECA-BA00-0ED99CE8D11A}" dt="2026-02-04T07:02:02.202" v="24974" actId="478"/>
          <ac:picMkLst>
            <pc:docMk/>
            <pc:sldMk cId="4266866165" sldId="420"/>
            <ac:picMk id="6" creationId="{D7EC9C9E-0025-C262-B3E6-D116F28C6AED}"/>
          </ac:picMkLst>
        </pc:picChg>
        <pc:picChg chg="add mod">
          <ac:chgData name="Frederick, Michael" userId="a19ffb3c-b041-4650-bd4c-44ca687be875" providerId="ADAL" clId="{27EDE327-7F90-4ECA-BA00-0ED99CE8D11A}" dt="2026-02-04T07:02:46.201" v="25056" actId="1076"/>
          <ac:picMkLst>
            <pc:docMk/>
            <pc:sldMk cId="4266866165" sldId="420"/>
            <ac:picMk id="8" creationId="{1BE887B3-8FDC-143F-EC69-A569A600C195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17:28.221" v="25105" actId="1076"/>
        <pc:sldMkLst>
          <pc:docMk/>
          <pc:sldMk cId="3767990848" sldId="421"/>
        </pc:sldMkLst>
        <pc:spChg chg="mod">
          <ac:chgData name="Frederick, Michael" userId="a19ffb3c-b041-4650-bd4c-44ca687be875" providerId="ADAL" clId="{27EDE327-7F90-4ECA-BA00-0ED99CE8D11A}" dt="2026-02-04T07:04:31.107" v="25100" actId="20577"/>
          <ac:spMkLst>
            <pc:docMk/>
            <pc:sldMk cId="3767990848" sldId="421"/>
            <ac:spMk id="2" creationId="{D55A7BAF-83B0-1F0F-74A9-5E174CA8C5C2}"/>
          </ac:spMkLst>
        </pc:spChg>
        <pc:picChg chg="del">
          <ac:chgData name="Frederick, Michael" userId="a19ffb3c-b041-4650-bd4c-44ca687be875" providerId="ADAL" clId="{27EDE327-7F90-4ECA-BA00-0ED99CE8D11A}" dt="2026-02-04T07:04:33.146" v="25101" actId="478"/>
          <ac:picMkLst>
            <pc:docMk/>
            <pc:sldMk cId="3767990848" sldId="421"/>
            <ac:picMk id="3" creationId="{AED7AA5D-8DE2-35D0-8B06-6B2280EFC8C9}"/>
          </ac:picMkLst>
        </pc:picChg>
        <pc:picChg chg="add mod">
          <ac:chgData name="Frederick, Michael" userId="a19ffb3c-b041-4650-bd4c-44ca687be875" providerId="ADAL" clId="{27EDE327-7F90-4ECA-BA00-0ED99CE8D11A}" dt="2026-02-04T07:17:28.221" v="25105" actId="1076"/>
          <ac:picMkLst>
            <pc:docMk/>
            <pc:sldMk cId="3767990848" sldId="421"/>
            <ac:picMk id="5" creationId="{6A7E4CD1-646A-E874-057B-021ED032E3A3}"/>
          </ac:picMkLst>
        </pc:picChg>
        <pc:picChg chg="del">
          <ac:chgData name="Frederick, Michael" userId="a19ffb3c-b041-4650-bd4c-44ca687be875" providerId="ADAL" clId="{27EDE327-7F90-4ECA-BA00-0ED99CE8D11A}" dt="2026-02-04T07:04:33.732" v="25102" actId="478"/>
          <ac:picMkLst>
            <pc:docMk/>
            <pc:sldMk cId="3767990848" sldId="421"/>
            <ac:picMk id="8" creationId="{51306D20-6E09-54ED-382C-3411AA9C4F9C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20:16.364" v="25160" actId="1076"/>
        <pc:sldMkLst>
          <pc:docMk/>
          <pc:sldMk cId="121201782" sldId="422"/>
        </pc:sldMkLst>
        <pc:spChg chg="mod">
          <ac:chgData name="Frederick, Michael" userId="a19ffb3c-b041-4650-bd4c-44ca687be875" providerId="ADAL" clId="{27EDE327-7F90-4ECA-BA00-0ED99CE8D11A}" dt="2026-02-04T07:18:38.157" v="25140" actId="20577"/>
          <ac:spMkLst>
            <pc:docMk/>
            <pc:sldMk cId="121201782" sldId="422"/>
            <ac:spMk id="2" creationId="{06209752-BD1F-FBC9-D728-285304E813D7}"/>
          </ac:spMkLst>
        </pc:spChg>
        <pc:picChg chg="add mod">
          <ac:chgData name="Frederick, Michael" userId="a19ffb3c-b041-4650-bd4c-44ca687be875" providerId="ADAL" clId="{27EDE327-7F90-4ECA-BA00-0ED99CE8D11A}" dt="2026-02-04T07:19:44.100" v="25158" actId="1076"/>
          <ac:picMkLst>
            <pc:docMk/>
            <pc:sldMk cId="121201782" sldId="422"/>
            <ac:picMk id="3" creationId="{758C559E-C824-9BD1-7464-6877401A0310}"/>
          </ac:picMkLst>
        </pc:picChg>
        <pc:picChg chg="del">
          <ac:chgData name="Frederick, Michael" userId="a19ffb3c-b041-4650-bd4c-44ca687be875" providerId="ADAL" clId="{27EDE327-7F90-4ECA-BA00-0ED99CE8D11A}" dt="2026-02-04T07:18:20.749" v="25107" actId="478"/>
          <ac:picMkLst>
            <pc:docMk/>
            <pc:sldMk cId="121201782" sldId="422"/>
            <ac:picMk id="5" creationId="{465D315C-1551-81E5-A8E9-B731AA0AA786}"/>
          </ac:picMkLst>
        </pc:picChg>
        <pc:picChg chg="add mod">
          <ac:chgData name="Frederick, Michael" userId="a19ffb3c-b041-4650-bd4c-44ca687be875" providerId="ADAL" clId="{27EDE327-7F90-4ECA-BA00-0ED99CE8D11A}" dt="2026-02-04T07:19:49.243" v="25159" actId="1076"/>
          <ac:picMkLst>
            <pc:docMk/>
            <pc:sldMk cId="121201782" sldId="422"/>
            <ac:picMk id="6" creationId="{7CA3E3DB-6F9B-C39C-CF39-49F3910FDAAF}"/>
          </ac:picMkLst>
        </pc:picChg>
        <pc:picChg chg="add mod">
          <ac:chgData name="Frederick, Michael" userId="a19ffb3c-b041-4650-bd4c-44ca687be875" providerId="ADAL" clId="{27EDE327-7F90-4ECA-BA00-0ED99CE8D11A}" dt="2026-02-04T07:20:16.364" v="25160" actId="1076"/>
          <ac:picMkLst>
            <pc:docMk/>
            <pc:sldMk cId="121201782" sldId="422"/>
            <ac:picMk id="8" creationId="{5A325E90-3053-464E-974A-3D7C8A8E299F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29:46.054" v="25193"/>
        <pc:sldMkLst>
          <pc:docMk/>
          <pc:sldMk cId="2563991969" sldId="423"/>
        </pc:sldMkLst>
        <pc:spChg chg="mod">
          <ac:chgData name="Frederick, Michael" userId="a19ffb3c-b041-4650-bd4c-44ca687be875" providerId="ADAL" clId="{27EDE327-7F90-4ECA-BA00-0ED99CE8D11A}" dt="2026-02-04T07:22:12.114" v="25187" actId="20577"/>
          <ac:spMkLst>
            <pc:docMk/>
            <pc:sldMk cId="2563991969" sldId="423"/>
            <ac:spMk id="2" creationId="{E9A5D15F-6340-0D0B-BB4F-0760469718C0}"/>
          </ac:spMkLst>
        </pc:spChg>
        <pc:picChg chg="del">
          <ac:chgData name="Frederick, Michael" userId="a19ffb3c-b041-4650-bd4c-44ca687be875" providerId="ADAL" clId="{27EDE327-7F90-4ECA-BA00-0ED99CE8D11A}" dt="2026-02-04T07:25:02.257" v="25190" actId="478"/>
          <ac:picMkLst>
            <pc:docMk/>
            <pc:sldMk cId="2563991969" sldId="423"/>
            <ac:picMk id="3" creationId="{3847A8B3-DEF5-3130-648A-1EF2F42FFC08}"/>
          </ac:picMkLst>
        </pc:picChg>
        <pc:picChg chg="add mod">
          <ac:chgData name="Frederick, Michael" userId="a19ffb3c-b041-4650-bd4c-44ca687be875" providerId="ADAL" clId="{27EDE327-7F90-4ECA-BA00-0ED99CE8D11A}" dt="2026-02-04T07:25:10.554" v="25192" actId="1076"/>
          <ac:picMkLst>
            <pc:docMk/>
            <pc:sldMk cId="2563991969" sldId="423"/>
            <ac:picMk id="5" creationId="{D8CCB663-A169-DDEF-7824-884DA193E85A}"/>
          </ac:picMkLst>
        </pc:picChg>
        <pc:picChg chg="del">
          <ac:chgData name="Frederick, Michael" userId="a19ffb3c-b041-4650-bd4c-44ca687be875" providerId="ADAL" clId="{27EDE327-7F90-4ECA-BA00-0ED99CE8D11A}" dt="2026-02-04T07:25:01.619" v="25189" actId="478"/>
          <ac:picMkLst>
            <pc:docMk/>
            <pc:sldMk cId="2563991969" sldId="423"/>
            <ac:picMk id="6" creationId="{B59506AC-37C5-9814-25ED-2A28BC9C198E}"/>
          </ac:picMkLst>
        </pc:picChg>
        <pc:picChg chg="del">
          <ac:chgData name="Frederick, Michael" userId="a19ffb3c-b041-4650-bd4c-44ca687be875" providerId="ADAL" clId="{27EDE327-7F90-4ECA-BA00-0ED99CE8D11A}" dt="2026-02-04T07:25:00.717" v="25188" actId="478"/>
          <ac:picMkLst>
            <pc:docMk/>
            <pc:sldMk cId="2563991969" sldId="423"/>
            <ac:picMk id="8" creationId="{4D295DAA-E065-A90C-7B6F-97A56FBCD84D}"/>
          </ac:picMkLst>
        </pc:picChg>
        <pc:picChg chg="add mod">
          <ac:chgData name="Frederick, Michael" userId="a19ffb3c-b041-4650-bd4c-44ca687be875" providerId="ADAL" clId="{27EDE327-7F90-4ECA-BA00-0ED99CE8D11A}" dt="2026-02-04T07:29:46.054" v="25193"/>
          <ac:picMkLst>
            <pc:docMk/>
            <pc:sldMk cId="2563991969" sldId="423"/>
            <ac:picMk id="9" creationId="{10C6BDCB-340A-62E1-4D53-F88C406D93E2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31:27.993" v="25241" actId="1037"/>
        <pc:sldMkLst>
          <pc:docMk/>
          <pc:sldMk cId="796368134" sldId="424"/>
        </pc:sldMkLst>
        <pc:spChg chg="mod">
          <ac:chgData name="Frederick, Michael" userId="a19ffb3c-b041-4650-bd4c-44ca687be875" providerId="ADAL" clId="{27EDE327-7F90-4ECA-BA00-0ED99CE8D11A}" dt="2026-02-04T07:30:00.770" v="25221" actId="20577"/>
          <ac:spMkLst>
            <pc:docMk/>
            <pc:sldMk cId="796368134" sldId="424"/>
            <ac:spMk id="2" creationId="{F509053E-89A1-1DF6-01C3-B502C46ADD87}"/>
          </ac:spMkLst>
        </pc:spChg>
        <pc:picChg chg="add mod">
          <ac:chgData name="Frederick, Michael" userId="a19ffb3c-b041-4650-bd4c-44ca687be875" providerId="ADAL" clId="{27EDE327-7F90-4ECA-BA00-0ED99CE8D11A}" dt="2026-02-04T07:31:10.059" v="25239" actId="1076"/>
          <ac:picMkLst>
            <pc:docMk/>
            <pc:sldMk cId="796368134" sldId="424"/>
            <ac:picMk id="3" creationId="{C8E9C6A0-3306-67EA-28D8-E163F9F12544}"/>
          </ac:picMkLst>
        </pc:picChg>
        <pc:picChg chg="del">
          <ac:chgData name="Frederick, Michael" userId="a19ffb3c-b041-4650-bd4c-44ca687be875" providerId="ADAL" clId="{27EDE327-7F90-4ECA-BA00-0ED99CE8D11A}" dt="2026-02-04T07:30:13.992" v="25222" actId="478"/>
          <ac:picMkLst>
            <pc:docMk/>
            <pc:sldMk cId="796368134" sldId="424"/>
            <ac:picMk id="5" creationId="{10DD2701-F93B-F1D5-FB56-7D3C3A5C8B1C}"/>
          </ac:picMkLst>
        </pc:picChg>
        <pc:picChg chg="add mod">
          <ac:chgData name="Frederick, Michael" userId="a19ffb3c-b041-4650-bd4c-44ca687be875" providerId="ADAL" clId="{27EDE327-7F90-4ECA-BA00-0ED99CE8D11A}" dt="2026-02-04T07:31:27.993" v="25241" actId="1037"/>
          <ac:picMkLst>
            <pc:docMk/>
            <pc:sldMk cId="796368134" sldId="424"/>
            <ac:picMk id="6" creationId="{06FBB447-642D-0418-68F7-BC5FAFC571D2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50:07.166" v="25273" actId="1076"/>
        <pc:sldMkLst>
          <pc:docMk/>
          <pc:sldMk cId="2938588916" sldId="425"/>
        </pc:sldMkLst>
        <pc:spChg chg="mod">
          <ac:chgData name="Frederick, Michael" userId="a19ffb3c-b041-4650-bd4c-44ca687be875" providerId="ADAL" clId="{27EDE327-7F90-4ECA-BA00-0ED99CE8D11A}" dt="2026-02-04T07:49:26.481" v="25269"/>
          <ac:spMkLst>
            <pc:docMk/>
            <pc:sldMk cId="2938588916" sldId="425"/>
            <ac:spMk id="2" creationId="{3B88CFA0-CCA4-CD9C-E74C-527367A6AE40}"/>
          </ac:spMkLst>
        </pc:spChg>
        <pc:picChg chg="del">
          <ac:chgData name="Frederick, Michael" userId="a19ffb3c-b041-4650-bd4c-44ca687be875" providerId="ADAL" clId="{27EDE327-7F90-4ECA-BA00-0ED99CE8D11A}" dt="2026-02-04T07:49:28.766" v="25270" actId="478"/>
          <ac:picMkLst>
            <pc:docMk/>
            <pc:sldMk cId="2938588916" sldId="425"/>
            <ac:picMk id="3" creationId="{5C62877E-E5E1-7D87-9746-F67F9C717ABA}"/>
          </ac:picMkLst>
        </pc:picChg>
        <pc:picChg chg="add mod">
          <ac:chgData name="Frederick, Michael" userId="a19ffb3c-b041-4650-bd4c-44ca687be875" providerId="ADAL" clId="{27EDE327-7F90-4ECA-BA00-0ED99CE8D11A}" dt="2026-02-04T07:50:07.166" v="25273" actId="1076"/>
          <ac:picMkLst>
            <pc:docMk/>
            <pc:sldMk cId="2938588916" sldId="425"/>
            <ac:picMk id="5" creationId="{0617B234-F236-29D7-DDD8-A3C9783EE4DB}"/>
          </ac:picMkLst>
        </pc:picChg>
        <pc:picChg chg="del">
          <ac:chgData name="Frederick, Michael" userId="a19ffb3c-b041-4650-bd4c-44ca687be875" providerId="ADAL" clId="{27EDE327-7F90-4ECA-BA00-0ED99CE8D11A}" dt="2026-02-04T07:49:29.548" v="25271" actId="478"/>
          <ac:picMkLst>
            <pc:docMk/>
            <pc:sldMk cId="2938588916" sldId="425"/>
            <ac:picMk id="6" creationId="{79EF4F0C-9F3D-B733-B976-709C3BA29AC3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56:30.824" v="25293"/>
        <pc:sldMkLst>
          <pc:docMk/>
          <pc:sldMk cId="2150304633" sldId="426"/>
        </pc:sldMkLst>
        <pc:spChg chg="mod">
          <ac:chgData name="Frederick, Michael" userId="a19ffb3c-b041-4650-bd4c-44ca687be875" providerId="ADAL" clId="{27EDE327-7F90-4ECA-BA00-0ED99CE8D11A}" dt="2026-02-04T07:56:30.824" v="25293"/>
          <ac:spMkLst>
            <pc:docMk/>
            <pc:sldMk cId="2150304633" sldId="426"/>
            <ac:spMk id="2" creationId="{BCFE0FCB-A119-81B6-E246-52CBA0D19593}"/>
          </ac:spMkLst>
        </pc:spChg>
        <pc:picChg chg="add mod">
          <ac:chgData name="Frederick, Michael" userId="a19ffb3c-b041-4650-bd4c-44ca687be875" providerId="ADAL" clId="{27EDE327-7F90-4ECA-BA00-0ED99CE8D11A}" dt="2026-02-04T07:56:08.846" v="25292" actId="14100"/>
          <ac:picMkLst>
            <pc:docMk/>
            <pc:sldMk cId="2150304633" sldId="426"/>
            <ac:picMk id="3" creationId="{36C4D457-65C8-525F-F5AD-D7EF6E8156F0}"/>
          </ac:picMkLst>
        </pc:picChg>
        <pc:picChg chg="del">
          <ac:chgData name="Frederick, Michael" userId="a19ffb3c-b041-4650-bd4c-44ca687be875" providerId="ADAL" clId="{27EDE327-7F90-4ECA-BA00-0ED99CE8D11A}" dt="2026-02-04T07:55:30.114" v="25280" actId="478"/>
          <ac:picMkLst>
            <pc:docMk/>
            <pc:sldMk cId="2150304633" sldId="426"/>
            <ac:picMk id="5" creationId="{791FDEF4-0491-B86A-74E7-8B2A735C66A8}"/>
          </ac:picMkLst>
        </pc:picChg>
        <pc:picChg chg="add mod">
          <ac:chgData name="Frederick, Michael" userId="a19ffb3c-b041-4650-bd4c-44ca687be875" providerId="ADAL" clId="{27EDE327-7F90-4ECA-BA00-0ED99CE8D11A}" dt="2026-02-04T07:56:03.895" v="25291" actId="1076"/>
          <ac:picMkLst>
            <pc:docMk/>
            <pc:sldMk cId="2150304633" sldId="426"/>
            <ac:picMk id="6" creationId="{D667FB32-B517-C88B-9C44-B3AAB24AA85C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7:58:47.856" v="25313" actId="1076"/>
        <pc:sldMkLst>
          <pc:docMk/>
          <pc:sldMk cId="304004050" sldId="427"/>
        </pc:sldMkLst>
        <pc:spChg chg="mod">
          <ac:chgData name="Frederick, Michael" userId="a19ffb3c-b041-4650-bd4c-44ca687be875" providerId="ADAL" clId="{27EDE327-7F90-4ECA-BA00-0ED99CE8D11A}" dt="2026-02-04T07:58:05.573" v="25303"/>
          <ac:spMkLst>
            <pc:docMk/>
            <pc:sldMk cId="304004050" sldId="427"/>
            <ac:spMk id="2" creationId="{0528E496-BE80-0B8A-8392-7E0B6EB5470D}"/>
          </ac:spMkLst>
        </pc:spChg>
        <pc:picChg chg="del">
          <ac:chgData name="Frederick, Michael" userId="a19ffb3c-b041-4650-bd4c-44ca687be875" providerId="ADAL" clId="{27EDE327-7F90-4ECA-BA00-0ED99CE8D11A}" dt="2026-02-04T07:58:24.894" v="25304" actId="478"/>
          <ac:picMkLst>
            <pc:docMk/>
            <pc:sldMk cId="304004050" sldId="427"/>
            <ac:picMk id="3" creationId="{CFF32C95-04C6-4563-F28B-52F27F8CFF7F}"/>
          </ac:picMkLst>
        </pc:picChg>
        <pc:picChg chg="add mod">
          <ac:chgData name="Frederick, Michael" userId="a19ffb3c-b041-4650-bd4c-44ca687be875" providerId="ADAL" clId="{27EDE327-7F90-4ECA-BA00-0ED99CE8D11A}" dt="2026-02-04T07:58:47.856" v="25313" actId="1076"/>
          <ac:picMkLst>
            <pc:docMk/>
            <pc:sldMk cId="304004050" sldId="427"/>
            <ac:picMk id="5" creationId="{03E922F3-AFE2-19AF-7A97-05654790CA07}"/>
          </ac:picMkLst>
        </pc:picChg>
        <pc:picChg chg="del">
          <ac:chgData name="Frederick, Michael" userId="a19ffb3c-b041-4650-bd4c-44ca687be875" providerId="ADAL" clId="{27EDE327-7F90-4ECA-BA00-0ED99CE8D11A}" dt="2026-02-04T07:58:30.540" v="25308" actId="478"/>
          <ac:picMkLst>
            <pc:docMk/>
            <pc:sldMk cId="304004050" sldId="427"/>
            <ac:picMk id="6" creationId="{88601A75-9346-CF42-1F38-8E07740F49D3}"/>
          </ac:picMkLst>
        </pc:picChg>
        <pc:picChg chg="add mod">
          <ac:chgData name="Frederick, Michael" userId="a19ffb3c-b041-4650-bd4c-44ca687be875" providerId="ADAL" clId="{27EDE327-7F90-4ECA-BA00-0ED99CE8D11A}" dt="2026-02-04T07:58:41.719" v="25312" actId="1076"/>
          <ac:picMkLst>
            <pc:docMk/>
            <pc:sldMk cId="304004050" sldId="427"/>
            <ac:picMk id="8" creationId="{17909477-BD8E-A153-F91E-B3F42B711782}"/>
          </ac:picMkLst>
        </pc:picChg>
      </pc:sldChg>
      <pc:sldChg chg="addSp delSp modSp add mod">
        <pc:chgData name="Frederick, Michael" userId="a19ffb3c-b041-4650-bd4c-44ca687be875" providerId="ADAL" clId="{27EDE327-7F90-4ECA-BA00-0ED99CE8D11A}" dt="2026-02-04T08:00:37.419" v="25338" actId="1076"/>
        <pc:sldMkLst>
          <pc:docMk/>
          <pc:sldMk cId="1783737200" sldId="428"/>
        </pc:sldMkLst>
        <pc:spChg chg="mod">
          <ac:chgData name="Frederick, Michael" userId="a19ffb3c-b041-4650-bd4c-44ca687be875" providerId="ADAL" clId="{27EDE327-7F90-4ECA-BA00-0ED99CE8D11A}" dt="2026-02-04T07:59:53.256" v="25326"/>
          <ac:spMkLst>
            <pc:docMk/>
            <pc:sldMk cId="1783737200" sldId="428"/>
            <ac:spMk id="2" creationId="{53585F08-87AD-6EF1-A38D-CC586198DA84}"/>
          </ac:spMkLst>
        </pc:spChg>
        <pc:picChg chg="add mod">
          <ac:chgData name="Frederick, Michael" userId="a19ffb3c-b041-4650-bd4c-44ca687be875" providerId="ADAL" clId="{27EDE327-7F90-4ECA-BA00-0ED99CE8D11A}" dt="2026-02-04T08:00:33.943" v="25337" actId="1076"/>
          <ac:picMkLst>
            <pc:docMk/>
            <pc:sldMk cId="1783737200" sldId="428"/>
            <ac:picMk id="3" creationId="{D39CE01B-91AE-2A31-7972-04D662A113A1}"/>
          </ac:picMkLst>
        </pc:picChg>
        <pc:picChg chg="del">
          <ac:chgData name="Frederick, Michael" userId="a19ffb3c-b041-4650-bd4c-44ca687be875" providerId="ADAL" clId="{27EDE327-7F90-4ECA-BA00-0ED99CE8D11A}" dt="2026-02-04T07:59:56.625" v="25327" actId="478"/>
          <ac:picMkLst>
            <pc:docMk/>
            <pc:sldMk cId="1783737200" sldId="428"/>
            <ac:picMk id="5" creationId="{229CBF97-F6D2-FC1E-2E2A-D91B10955411}"/>
          </ac:picMkLst>
        </pc:picChg>
        <pc:picChg chg="add mod">
          <ac:chgData name="Frederick, Michael" userId="a19ffb3c-b041-4650-bd4c-44ca687be875" providerId="ADAL" clId="{27EDE327-7F90-4ECA-BA00-0ED99CE8D11A}" dt="2026-02-04T08:00:37.419" v="25338" actId="1076"/>
          <ac:picMkLst>
            <pc:docMk/>
            <pc:sldMk cId="1783737200" sldId="428"/>
            <ac:picMk id="6" creationId="{2B0A9FED-CE96-0F32-3843-E93C87D3D0D2}"/>
          </ac:picMkLst>
        </pc:picChg>
        <pc:picChg chg="del">
          <ac:chgData name="Frederick, Michael" userId="a19ffb3c-b041-4650-bd4c-44ca687be875" providerId="ADAL" clId="{27EDE327-7F90-4ECA-BA00-0ED99CE8D11A}" dt="2026-02-04T07:59:57.278" v="25328" actId="478"/>
          <ac:picMkLst>
            <pc:docMk/>
            <pc:sldMk cId="1783737200" sldId="428"/>
            <ac:picMk id="8" creationId="{731E2DAD-8500-1025-239E-DB010E6AF60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0E776E-58AC-EA47-948C-28ACB05C00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83DC-5BD7-FB40-BCC8-4D283B2B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B04F4-C842-4944-BB52-25F717F249E0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CC68A-51A6-A942-94B5-D9C64A8DA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6CB8E-A16E-3C45-8DCF-0C93D26340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4EF68-7CC1-1340-B300-DF14A44D0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C35CE-8C34-6944-B9CA-59AB7C150D9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FE8C6-40C5-3A47-B40B-BF6D66835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Wells Fargo Sans" panose="020B0503020203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4574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9146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718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9050" indent="-171450" algn="l" defTabSz="914400" rtl="0" eaLnBrk="1" latinLnBrk="0" hangingPunct="1">
      <a:buFont typeface="Wells Fargo Sans" panose="020B05030202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F0BC6DC4-FB3E-75DC-85FB-A224D1F7D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5852796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</p:spTree>
    <p:extLst>
      <p:ext uri="{BB962C8B-B14F-4D97-AF65-F5344CB8AC3E}">
        <p14:creationId xmlns:p14="http://schemas.microsoft.com/office/powerpoint/2010/main" val="83114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ells Fargo Premier" descr="Wells Fargo Premier">
            <a:extLst>
              <a:ext uri="{FF2B5EF4-FFF2-40B4-BE49-F238E27FC236}">
                <a16:creationId xmlns:a16="http://schemas.microsoft.com/office/drawing/2014/main" id="{A1EF5CC7-F0EA-8078-A534-7C1AE5D1F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BF1F789-5F18-4A39-AD7A-F27D50655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2834640"/>
            <a:ext cx="4297680" cy="1779684"/>
          </a:xfrm>
        </p:spPr>
        <p:txBody>
          <a:bodyPr anchor="t" anchorCtr="0"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[Presentation title, </a:t>
            </a:r>
            <a:br>
              <a:rPr lang="en-US" dirty="0"/>
            </a:br>
            <a:r>
              <a:rPr lang="en-US" dirty="0"/>
              <a:t>four lines max]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26A76A1E-D9BB-3D47-BDB3-0A2EB2F6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124" y="4846320"/>
            <a:ext cx="1280160" cy="0"/>
          </a:xfrm>
          <a:prstGeom prst="line">
            <a:avLst/>
          </a:prstGeom>
          <a:ln w="2540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Subtitle">
            <a:extLst>
              <a:ext uri="{FF2B5EF4-FFF2-40B4-BE49-F238E27FC236}">
                <a16:creationId xmlns:a16="http://schemas.microsoft.com/office/drawing/2014/main" id="{DCD36CB7-C5B7-427E-B007-04E7C37DC9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5074920"/>
            <a:ext cx="4297680" cy="82289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ells Fargo Sans" panose="020B0503020203020204" pitchFamily="34" charset="0"/>
              <a:buNone/>
              <a:tabLst/>
              <a:defRPr sz="12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 dirty="0"/>
              <a:t>[Month XX, 20XX]</a:t>
            </a:r>
            <a:br>
              <a:rPr lang="en-US" dirty="0"/>
            </a:br>
            <a:r>
              <a:rPr lang="en-US" dirty="0"/>
              <a:t>[Presenter information]</a:t>
            </a:r>
            <a:br>
              <a:rPr lang="en-US" dirty="0"/>
            </a:br>
            <a:r>
              <a:rPr lang="en-US" dirty="0"/>
              <a:t>[Presenter information optional line 2]</a:t>
            </a:r>
            <a:br>
              <a:rPr lang="en-US" dirty="0"/>
            </a:br>
            <a:r>
              <a:rPr lang="en-US" dirty="0"/>
              <a:t>[Presenter information optional line 3]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20111739-A47E-B30F-E9C0-78208DDDB98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12080" y="2148840"/>
            <a:ext cx="3575341" cy="402336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67375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cxnSp>
        <p:nvCxnSpPr>
          <p:cNvPr id="4" name="Line">
            <a:extLst>
              <a:ext uri="{FF2B5EF4-FFF2-40B4-BE49-F238E27FC236}">
                <a16:creationId xmlns:a16="http://schemas.microsoft.com/office/drawing/2014/main" id="{4D348C42-76C9-E94C-BD38-85471A87E30C}"/>
              </a:ext>
            </a:extLst>
          </p:cNvPr>
          <p:cNvCxnSpPr>
            <a:cxnSpLocks/>
          </p:cNvCxnSpPr>
          <p:nvPr userDrawn="1"/>
        </p:nvCxnSpPr>
        <p:spPr bwMode="hidden">
          <a:xfrm>
            <a:off x="365760" y="1600200"/>
            <a:ext cx="4023360" cy="0"/>
          </a:xfrm>
          <a:prstGeom prst="line">
            <a:avLst/>
          </a:prstGeom>
          <a:ln w="19050" cap="flat">
            <a:solidFill>
              <a:srgbClr val="946E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828800"/>
            <a:ext cx="4023360" cy="4340224"/>
          </a:xfrm>
        </p:spPr>
        <p:txBody>
          <a:bodyPr numCol="1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7941C5E-69DA-4A4E-99CB-9F761C379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5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" y="1828802"/>
            <a:ext cx="8413115" cy="4340224"/>
          </a:xfrm>
        </p:spPr>
        <p:txBody>
          <a:bodyPr numCol="2"/>
          <a:lstStyle>
            <a:lvl1pPr marL="171450" indent="-171450">
              <a:buFont typeface="Wells Fargo Sans" panose="020B0503020203020204" pitchFamily="34" charset="0"/>
              <a:buChar char="•"/>
              <a:tabLst>
                <a:tab pos="4024313" algn="r"/>
              </a:tabLst>
              <a:defRPr/>
            </a:lvl1pPr>
            <a:lvl2pPr marL="342900" indent="-171450">
              <a:tabLst>
                <a:tab pos="4024313" algn="r"/>
              </a:tabLst>
              <a:defRPr/>
            </a:lvl2pPr>
            <a:lvl3pPr marL="514350" indent="-171450">
              <a:tabLst>
                <a:tab pos="4024313" algn="r"/>
              </a:tabLst>
              <a:defRPr/>
            </a:lvl3pPr>
            <a:lvl4pPr marL="685800" indent="-171450">
              <a:tabLst>
                <a:tab pos="4024313" algn="r"/>
              </a:tabLst>
              <a:defRPr/>
            </a:lvl4pPr>
            <a:lvl5pPr marL="857250" indent="-171450">
              <a:tabLst>
                <a:tab pos="4024313" algn="r"/>
              </a:tabLst>
              <a:defRPr/>
            </a:lvl5pPr>
            <a:lvl6pPr marL="1028700" indent="-171450">
              <a:tabLst>
                <a:tab pos="4024313" algn="r"/>
              </a:tabLst>
              <a:defRPr/>
            </a:lvl6pPr>
            <a:lvl7pPr marL="1200150" indent="-171450">
              <a:tabLst>
                <a:tab pos="4024313" algn="r"/>
              </a:tabLst>
              <a:defRPr/>
            </a:lvl7pPr>
            <a:lvl8pPr marL="1371600" indent="-171450">
              <a:tabLst>
                <a:tab pos="4024313" algn="r"/>
              </a:tabLst>
              <a:defRPr/>
            </a:lvl8pPr>
            <a:lvl9pPr marL="1543050" indent="-171450">
              <a:tabLst>
                <a:tab pos="40243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7DB0427-6005-7646-A1DA-069FBA06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11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00201"/>
            <a:ext cx="8412480" cy="4568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86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D9BA87F-F94E-2547-8D0D-4850B27176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ACDF6B2-62B8-404E-8D30-59480441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00201"/>
            <a:ext cx="5486400" cy="4568825"/>
          </a:xfrm>
        </p:spPr>
        <p:txBody>
          <a:bodyPr>
            <a:noAutofit/>
          </a:bodyPr>
          <a:lstStyle>
            <a:lvl1pPr marL="274320" indent="-274320">
              <a:lnSpc>
                <a:spcPct val="100000"/>
              </a:lnSpc>
              <a:buFont typeface="Wells Fargo Sans Display" panose="020B0503020203020204" pitchFamily="34" charset="0"/>
              <a:buChar char="•"/>
              <a:defRPr sz="2400">
                <a:latin typeface="+mj-lt"/>
              </a:defRPr>
            </a:lvl1pPr>
            <a:lvl2pPr marL="5486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2pPr>
            <a:lvl3pPr marL="8229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3pPr>
            <a:lvl4pPr marL="10972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4pPr>
            <a:lvl5pPr marL="137160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5pPr>
            <a:lvl6pPr marL="164592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6pPr>
            <a:lvl7pPr marL="192024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7pPr>
            <a:lvl8pPr marL="219456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8pPr>
            <a:lvl9pPr marL="2468880" indent="-274320">
              <a:lnSpc>
                <a:spcPct val="100000"/>
              </a:lnSpc>
              <a:buFont typeface="Wells Fargo Sans Display" panose="020B0503020203020204" pitchFamily="34" charset="0"/>
              <a:buChar char="–"/>
              <a:defRPr sz="24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6C968B0-98BE-A54C-8F1A-69CB67A0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6DEEE1-C08A-1E44-BEC5-E09044562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880" y="1600200"/>
            <a:ext cx="402336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9BFDC9A-8BFC-8946-84F2-2786226F4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E1199F-835A-AB49-B657-252EF2C5A8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17921" y="1600200"/>
            <a:ext cx="256095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7759C7B-BF36-F44D-BEAC-32033DC69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256032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840" y="1600200"/>
            <a:ext cx="548639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D805AD4-73CF-FE45-8F86-233D14A0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0FEC781B-6995-FC4B-8081-5377A71B2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C91035-5E9C-427C-BB14-3C95EF5EA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1" y="1600200"/>
            <a:ext cx="548640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6D2EDA-1064-496E-9F5C-3A8317F76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600200"/>
            <a:ext cx="2560319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4BDA51D-739A-6147-AE33-B80AD5046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E22618-D046-4A43-A145-B5CC229DC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457200"/>
            <a:ext cx="8412480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5" name="Chart Placeholder 1">
            <a:extLst>
              <a:ext uri="{FF2B5EF4-FFF2-40B4-BE49-F238E27FC236}">
                <a16:creationId xmlns:a16="http://schemas.microsoft.com/office/drawing/2014/main" id="{1739FB7C-9269-7342-8648-01158E245B2B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6576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A9A5DDBF-F036-D247-8214-85BE84E1C4F7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29184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E53449-679B-CC46-BF8F-F1C105ECD91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17920" y="16002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964DD178-5836-D24D-9CF5-2E0FDE4934E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6576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CB0AE243-8D47-2941-B6AB-7A7BFCBEE1B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29184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C99EE39F-D270-8347-9E90-33ACBAEA071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217920" y="4114800"/>
            <a:ext cx="2560320" cy="2057400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9DBD1E6-5A74-274B-8433-97A77208C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946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E2FBBB-4BFC-1AB6-5E83-533AFC32E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797A7-B759-D718-EF36-560A0F0BEE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7A7267-38A2-7E1B-5497-9B2C09D56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1">
    <p:bg>
      <p:bgPr>
        <a:solidFill>
          <a:srgbClr val="706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CA519-A381-9664-44E5-81BD7408B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F55F3-F308-6089-0D10-73F1F8CB9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737CCE9-027D-80CB-2818-D6DCF786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07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aphite Tint 4">
    <p:bg>
      <p:bgPr>
        <a:solidFill>
          <a:srgbClr val="E1E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EA7E7E-589C-85BF-6061-541DF5D45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7D9D10-C4B2-D0CF-345D-BFE471A58B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F405144-9A03-7AAA-CEC7-4563FA4ED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12480" y="6400800"/>
            <a:ext cx="365760" cy="228600"/>
          </a:xfrm>
        </p:spPr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9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FCB847C-997A-38E1-BFC2-A0C080DC5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" y="457200"/>
            <a:ext cx="5486400" cy="1143000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[Section header title or quote]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BAD93E4-DCE8-9F07-CB9D-C6B6EA8E6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6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E3D0D3-6F76-C4D1-CE58-D099C5F0C3EB}"/>
              </a:ext>
            </a:extLst>
          </p:cNvPr>
          <p:cNvSpPr txBox="1">
            <a:spLocks/>
          </p:cNvSpPr>
          <p:nvPr userDrawn="1"/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227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457200"/>
            <a:ext cx="5487035" cy="100584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E076051-AE4B-CF44-AB12-A6CC31DC2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125" y="1600200"/>
            <a:ext cx="548703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5" descr="Upload or paste an image here">
            <a:extLst>
              <a:ext uri="{FF2B5EF4-FFF2-40B4-BE49-F238E27FC236}">
                <a16:creationId xmlns:a16="http://schemas.microsoft.com/office/drawing/2014/main" id="{1AC4A27E-4357-361F-21AB-42B2C26A56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8238" y="0"/>
            <a:ext cx="2925762" cy="6858000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42F1D1-52E8-5643-866B-0EB322CE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hot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1600200"/>
            <a:ext cx="841248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5" name="Content Placeholder 6" descr="Upload or paste an image here">
            <a:extLst>
              <a:ext uri="{FF2B5EF4-FFF2-40B4-BE49-F238E27FC236}">
                <a16:creationId xmlns:a16="http://schemas.microsoft.com/office/drawing/2014/main" id="{A079D476-4360-124F-F8E0-1F5E77BFBD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2103438"/>
            <a:ext cx="9144000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C7E36A9-B84B-7E40-9E84-C82B263B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1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0D26346-61C4-6C44-B93D-0EBC0C5CA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9" y="1600200"/>
            <a:ext cx="5486401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8" name="Content Placeholder 8" descr="Upload or paste an image here">
            <a:extLst>
              <a:ext uri="{FF2B5EF4-FFF2-40B4-BE49-F238E27FC236}">
                <a16:creationId xmlns:a16="http://schemas.microsoft.com/office/drawing/2014/main" id="{7A33E1AF-7834-BBF7-AD0C-ACE593C44F2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2103438"/>
            <a:ext cx="6218238" cy="4754562"/>
          </a:xfrm>
          <a:solidFill>
            <a:srgbClr val="E1E1E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44CA248-D2A9-BE4C-8A71-862CADED0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1" y="1600200"/>
            <a:ext cx="2560320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000"/>
            </a:lvl1pPr>
            <a:lvl2pPr marL="0" indent="0">
              <a:spcBef>
                <a:spcPts val="0"/>
              </a:spcBef>
              <a:buNone/>
              <a:defRPr sz="1000"/>
            </a:lvl2pPr>
            <a:lvl3pPr marL="0" indent="0">
              <a:spcBef>
                <a:spcPts val="0"/>
              </a:spcBef>
              <a:buNone/>
              <a:defRPr sz="1000"/>
            </a:lvl3pPr>
            <a:lvl4pPr marL="0" indent="0">
              <a:spcBef>
                <a:spcPts val="0"/>
              </a:spcBef>
              <a:buNone/>
              <a:defRPr sz="1000"/>
            </a:lvl4pPr>
            <a:lvl5pPr marL="0" indent="0">
              <a:spcBef>
                <a:spcPts val="0"/>
              </a:spcBef>
              <a:buNone/>
              <a:defRPr sz="1000"/>
            </a:lvl5pPr>
            <a:lvl6pPr marL="0" indent="0">
              <a:spcBef>
                <a:spcPts val="0"/>
              </a:spcBef>
              <a:buNone/>
              <a:defRPr sz="1000"/>
            </a:lvl6pPr>
            <a:lvl7pPr marL="0" indent="0">
              <a:spcBef>
                <a:spcPts val="0"/>
              </a:spcBef>
              <a:buNone/>
              <a:defRPr sz="1000"/>
            </a:lvl7pPr>
            <a:lvl8pPr marL="0" indent="0">
              <a:spcBef>
                <a:spcPts val="0"/>
              </a:spcBef>
              <a:buNone/>
              <a:defRPr sz="1000"/>
            </a:lvl8pPr>
            <a:lvl9pPr marL="0" indent="0">
              <a:spcBef>
                <a:spcPts val="0"/>
              </a:spcBef>
              <a:buNone/>
              <a:defRPr sz="1000"/>
            </a:lvl9pPr>
          </a:lstStyle>
          <a:p>
            <a:pPr lvl="0"/>
            <a:r>
              <a:rPr lang="en-US" dirty="0"/>
              <a:t>[Optional photo caption]</a:t>
            </a:r>
          </a:p>
        </p:txBody>
      </p:sp>
      <p:sp>
        <p:nvSpPr>
          <p:cNvPr id="9" name="Content Placeholder 8" descr="Upload or paste an image here">
            <a:extLst>
              <a:ext uri="{FF2B5EF4-FFF2-40B4-BE49-F238E27FC236}">
                <a16:creationId xmlns:a16="http://schemas.microsoft.com/office/drawing/2014/main" id="{BB75E35E-A352-66BD-65E0-009B7A2B0B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7919" y="2104823"/>
            <a:ext cx="2926399" cy="4754562"/>
          </a:xfrm>
          <a:solidFill>
            <a:srgbClr val="BCBBBA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Insert an image here.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695995-E9EC-9741-9AB6-FA7A10F354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6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D4D62C-8EA9-44FC-83B2-701A7A4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6E475588-47DB-0041-A49C-8F0EF86006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65BEEFC-B89E-9C41-8260-1542F0B43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ls Fargo Premier" descr="Wells Fargo Premier">
            <a:extLst>
              <a:ext uri="{FF2B5EF4-FFF2-40B4-BE49-F238E27FC236}">
                <a16:creationId xmlns:a16="http://schemas.microsoft.com/office/drawing/2014/main" id="{D3BD62DB-D680-0B2B-728F-3A3CC2F5D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5125" y="457200"/>
            <a:ext cx="2358345" cy="1033271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80231D-7943-F647-B67D-262940DDDB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341846"/>
            <a:ext cx="2560320" cy="183035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00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92DFF9-7821-50F5-7BAD-F522777D9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743200"/>
            <a:ext cx="8397241" cy="70942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82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EF5521F-5C5A-4C48-8B35-7AA5E060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10058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48CBF009-1B9F-4150-8EC1-2D97F9BB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00200"/>
            <a:ext cx="841248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B92F20D-48D7-2E43-BCAC-BA410B21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2480" y="6400800"/>
            <a:ext cx="365760" cy="2286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00F85C7-EC28-5C4D-9577-C5634B0753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9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3" r:id="rId3"/>
    <p:sldLayoutId id="2147483672" r:id="rId4"/>
    <p:sldLayoutId id="2147483650" r:id="rId5"/>
    <p:sldLayoutId id="2147483675" r:id="rId6"/>
    <p:sldLayoutId id="2147483652" r:id="rId7"/>
    <p:sldLayoutId id="2147483658" r:id="rId8"/>
    <p:sldLayoutId id="2147483669" r:id="rId9"/>
    <p:sldLayoutId id="2147483670" r:id="rId10"/>
    <p:sldLayoutId id="2147483674" r:id="rId11"/>
    <p:sldLayoutId id="2147483651" r:id="rId12"/>
    <p:sldLayoutId id="2147483662" r:id="rId13"/>
    <p:sldLayoutId id="2147483664" r:id="rId14"/>
    <p:sldLayoutId id="2147483661" r:id="rId15"/>
    <p:sldLayoutId id="2147483667" r:id="rId16"/>
    <p:sldLayoutId id="2147483666" r:id="rId17"/>
    <p:sldLayoutId id="2147483668" r:id="rId18"/>
    <p:sldLayoutId id="2147483654" r:id="rId19"/>
    <p:sldLayoutId id="2147483655" r:id="rId20"/>
    <p:sldLayoutId id="2147483671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Font typeface="Wells Fargo Sans" panose="020B0503020203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71450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ells Fargo Sans" panose="020B0503020203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5530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ellsfargo-my.sharepoint.com/:v:/r/personal/michael_frederick_wellsfargo_com/Documents/Documents/My%20Documents/Michael/Training/Agentic%20AI/Deck/Module%20Wise/Module%205%20Docs/Arize%20AI%20%20Product%20Overview%20Demo-20250703_093526-Meeting%20Recording.mp4?csf=1&amp;web=1&amp;e=iNaZih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36033-BF24-A54C-A030-AB28AE447995}"/>
              </a:ext>
            </a:extLst>
          </p:cNvPr>
          <p:cNvSpPr txBox="1"/>
          <p:nvPr/>
        </p:nvSpPr>
        <p:spPr>
          <a:xfrm>
            <a:off x="3200400" y="762000"/>
            <a:ext cx="22860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dirty="0">
                <a:solidFill>
                  <a:schemeClr val="bg1"/>
                </a:solidFill>
              </a:rPr>
              <a:t>Wells Fargo Premier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72DA22B-0666-1647-8A12-A6F6D00A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124" y="2834640"/>
            <a:ext cx="7331075" cy="1779684"/>
          </a:xfrm>
        </p:spPr>
        <p:txBody>
          <a:bodyPr/>
          <a:lstStyle/>
          <a:p>
            <a:r>
              <a:rPr lang="en-US" dirty="0"/>
              <a:t>Agentic AI – Module 4 - Review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E78B65EB-C98D-4048-A9B2-C88B4A957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4A1E0883-8C2E-CADE-2870-9987AEF48330}"/>
              </a:ext>
            </a:extLst>
          </p:cNvPr>
          <p:cNvSpPr txBox="1"/>
          <p:nvPr/>
        </p:nvSpPr>
        <p:spPr>
          <a:xfrm>
            <a:off x="365125" y="6175353"/>
            <a:ext cx="4023360" cy="45404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800" dirty="0"/>
              <a:t>© 2026 Wells Fargo Bank, N.A. </a:t>
            </a:r>
          </a:p>
        </p:txBody>
      </p:sp>
    </p:spTree>
    <p:extLst>
      <p:ext uri="{BB962C8B-B14F-4D97-AF65-F5344CB8AC3E}">
        <p14:creationId xmlns:p14="http://schemas.microsoft.com/office/powerpoint/2010/main" val="33204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2BD2-A339-4528-5D61-1565F4C7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052B74-9A3C-CB6A-11A4-E0033E04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A104D-55E8-8A36-A5BC-18BD3B240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Integrates human intervention into automated process for reviewing, validating output &amp; provide additional context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Design Patterns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Approve or Reject – Pause before a critical step ; re-route / stop 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Review or Edit state – Modify the “state” of graph ; correct mistakes or add info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862CCF2-4BCD-EB13-0B64-48E49261B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06722-DC8F-C5F8-23F7-940CD700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075041"/>
            <a:ext cx="2463653" cy="1364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87AEDE-B888-30CB-CEE7-A7F1F55F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853" y="4114800"/>
            <a:ext cx="3048000" cy="67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A8671-9B11-4AB7-C92F-2262762AD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853" y="5324544"/>
            <a:ext cx="3800999" cy="9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79ED-A4B7-7EFB-671F-212C5649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455D44-7A1C-A774-170E-EF443A45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A537CD-EE26-12F7-23EB-C58DBDB42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Feedback Loop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A9BDB19-26D5-D5DB-1465-4680EFD4A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F3BC30-85A4-2C61-13EF-81CDF8972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32" y="1295400"/>
            <a:ext cx="4007121" cy="4016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AF3EAA-6D3B-2001-EBC3-9B2A31042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956" y="1933495"/>
            <a:ext cx="4455815" cy="274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9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381A-BB23-4025-7B5F-ED848838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7F6F163-EF03-79E0-1B03-8FCEAD4C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C68C0F-DF5B-EAD2-149A-32544FD19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Feedback Loop – </a:t>
            </a:r>
            <a:r>
              <a:rPr lang="en-US" sz="1200" dirty="0" err="1"/>
              <a:t>contd</a:t>
            </a:r>
            <a:r>
              <a:rPr lang="en-US" sz="1200" dirty="0"/>
              <a:t>…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Human asks LLM to write a </a:t>
            </a:r>
            <a:r>
              <a:rPr lang="en-US" sz="1200" dirty="0" err="1"/>
              <a:t>LInkedIn</a:t>
            </a:r>
            <a:r>
              <a:rPr lang="en-US" sz="1200" dirty="0"/>
              <a:t> Post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C82102E-75CD-2E95-37CE-7F7AF60F7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0E646-00B5-FDB3-5225-E450BD134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844040"/>
            <a:ext cx="3696292" cy="2659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AC112F-F460-75C8-AF75-5B018E58D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8" y="1143001"/>
            <a:ext cx="4413299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3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7E5D-E6F9-717D-9B2F-AB3F3110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DAAD64E-D98B-4002-E925-304BE63C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85A78B-7CC4-D72A-933F-96CCEC217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Feedback Loop – </a:t>
            </a:r>
            <a:r>
              <a:rPr lang="en-US" sz="1200" dirty="0" err="1"/>
              <a:t>contd</a:t>
            </a:r>
            <a:r>
              <a:rPr lang="en-US" sz="1200" dirty="0"/>
              <a:t>…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LLM provides initial post for review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Human provides feedback to post in 4 lines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LLM summarizes &amp; provides updated post for review 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r>
              <a:rPr lang="en-US" sz="1200" dirty="0"/>
              <a:t>		</a:t>
            </a:r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1E06C0B-BB5B-7339-A065-76EF62796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8D619A-4DC2-9811-9BEE-C4FBFA185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1257299"/>
            <a:ext cx="4020701" cy="2171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F6418B-94A5-C719-C2BD-4A78D0653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43960"/>
            <a:ext cx="4034466" cy="22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7905-D40D-CB29-D97B-713D05F2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4F99BCD-B472-4F56-7B45-60EF4D82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99DF50-55F9-4465-B80B-6F0C56EC5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Interrupt() – Integrated with </a:t>
            </a:r>
            <a:r>
              <a:rPr lang="en-US" sz="1200" dirty="0" err="1"/>
              <a:t>Checkpointer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Pauses workflow / saves the state to continue later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Works in web apps, API </a:t>
            </a:r>
            <a:r>
              <a:rPr lang="en-US" sz="1200" dirty="0" err="1"/>
              <a:t>etc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Multiple users/sessions at once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Survives program crashes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Lets humans take time to respond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Interrupt during compile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Interrupt in Command Class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9E4EACC-6E5C-7609-C90F-866BDEE91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7BEE37-9BEB-A2A4-57A9-71575F2C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19400"/>
            <a:ext cx="4437267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DA95D-E793-0206-CC2E-D0D7E5FBB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044" y="4114800"/>
            <a:ext cx="3432316" cy="213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60D6-E400-BA66-D606-B1CA7772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8D36492-FC71-401B-14E0-A1AE21A8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A77818-25BB-1BAD-CA11-F158AE0B5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Command Class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Edgeless workflows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Path for next step is contained within the current node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Provides more flexibility &amp; readability reg logic within each node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Move away from using the “</a:t>
            </a:r>
            <a:r>
              <a:rPr lang="en-US" sz="1200" dirty="0" err="1"/>
              <a:t>Add_edge</a:t>
            </a:r>
            <a:r>
              <a:rPr lang="en-US" sz="1200" dirty="0"/>
              <a:t>()”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Components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Goto	-&gt; Next node to transition to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Update	-&gt; Handle state management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9399A1-1D5D-F8E9-47F4-A00AD04B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EB418-E423-F215-E8A3-A30BDFEA2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20720"/>
            <a:ext cx="6645910" cy="14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1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5D20-836D-5635-F76C-9C3C21D5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25070A-0514-C56D-2996-E70D8288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709D47-B8EE-25FF-883B-1C22BF7B6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1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Command Class.. </a:t>
            </a:r>
            <a:r>
              <a:rPr lang="en-US" sz="1200" dirty="0" err="1"/>
              <a:t>contd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1BCB38-D2E9-6529-B564-9ACE0E913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A5D02-FC85-1CF8-027C-EA9FC632A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79" y="1295400"/>
            <a:ext cx="3551555" cy="3372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7769C-96AA-F058-F71F-A7F83A18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352" y="1295400"/>
            <a:ext cx="4340928" cy="2274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E8B24-634B-31B3-B12B-019BFE671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11" y="3644900"/>
            <a:ext cx="2527793" cy="29977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530932-ABD1-F2DF-F975-B47D4F693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942" y="3789680"/>
            <a:ext cx="1370820" cy="28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8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BCE1-7FD8-C332-389B-C9E7C004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69125E9-11D1-F1F8-BC56-EF752F9A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C1902C-C47D-9A30-0E2C-B6A24B755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1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Resume graph – Pause execution to seek human input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Achieved using interrupt()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Graph exits the state during interrupt, saves it &amp; waits for “resume”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Key control operations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Resume with existing state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Update &amp; Resume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Rewind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Branch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Abort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B0445D4-09A7-F9B7-9A59-681AE949A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7C758-F746-50AA-11EB-00A5ABC0E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393" y="960120"/>
            <a:ext cx="3150967" cy="27920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41E2E2-A7AC-B490-3FC5-B99EE8180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5" y="3752215"/>
            <a:ext cx="4313555" cy="2525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C9346-BF61-B615-70E4-7377FAFE8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046" y="4322445"/>
            <a:ext cx="4329701" cy="19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8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6357-0AD6-5FC6-34D1-96277C4D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9551E83-F5AE-905B-6EDB-AE93B8E2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5D8DF-3D00-E435-D97D-1FA478B6A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1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Review Tool Calls 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Human to review need for tool execution before it actually happens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Helps reduce expensive tool calls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200" dirty="0"/>
              <a:t>Uses global compile instead of interrupt inside a note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Process breakdown</a:t>
            </a:r>
          </a:p>
          <a:p>
            <a:pPr marL="571500" lvl="2" indent="-228600">
              <a:buFont typeface="+mj-lt"/>
              <a:buAutoNum type="arabicPeriod"/>
            </a:pPr>
            <a:r>
              <a:rPr lang="en-US" sz="1200" dirty="0"/>
              <a:t>User Input 		-&gt; User asks real-time question</a:t>
            </a:r>
          </a:p>
          <a:p>
            <a:pPr marL="571500" lvl="2" indent="-228600">
              <a:buFont typeface="+mj-lt"/>
              <a:buAutoNum type="arabicPeriod"/>
            </a:pPr>
            <a:r>
              <a:rPr lang="en-US" sz="1200" dirty="0"/>
              <a:t>LLM Suggestion	-&gt; LLM generates tool call message</a:t>
            </a:r>
          </a:p>
          <a:p>
            <a:pPr marL="571500" lvl="2" indent="-228600">
              <a:buFont typeface="+mj-lt"/>
              <a:buAutoNum type="arabicPeriod"/>
            </a:pPr>
            <a:r>
              <a:rPr lang="en-US" sz="1200" dirty="0"/>
              <a:t>The pause		-&gt; Interrupt exits the graph &amp; saves state</a:t>
            </a:r>
          </a:p>
          <a:p>
            <a:pPr marL="571500" lvl="2" indent="-228600">
              <a:buFont typeface="+mj-lt"/>
              <a:buAutoNum type="arabicPeriod"/>
            </a:pPr>
            <a:r>
              <a:rPr lang="en-US" sz="1200" dirty="0"/>
              <a:t>Human Action	-&gt; Human reviews the suggested search query for tool</a:t>
            </a:r>
          </a:p>
          <a:p>
            <a:pPr marL="571500" lvl="2" indent="-228600">
              <a:buFont typeface="+mj-lt"/>
              <a:buAutoNum type="arabicPeriod"/>
            </a:pPr>
            <a:r>
              <a:rPr lang="en-US" sz="1200" dirty="0"/>
              <a:t>Resumption	-&gt; Resumes the graph, tool executes &amp; LLM formulates output. </a:t>
            </a:r>
          </a:p>
          <a:p>
            <a:pPr marL="571500" lvl="2" indent="-228600">
              <a:buFont typeface="+mj-lt"/>
              <a:buAutoNum type="arabicPeriod"/>
            </a:pPr>
            <a:endParaRPr lang="en-US" sz="1200" dirty="0"/>
          </a:p>
          <a:p>
            <a:pPr marL="342900" lvl="2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Can use both </a:t>
            </a:r>
            <a:r>
              <a:rPr lang="en-US" sz="1200" dirty="0" err="1"/>
              <a:t>interrupt_before</a:t>
            </a:r>
            <a:r>
              <a:rPr lang="en-US" sz="1200" dirty="0"/>
              <a:t>=[“tools”]  &amp; </a:t>
            </a:r>
            <a:r>
              <a:rPr lang="en-US" sz="1200" dirty="0" err="1"/>
              <a:t>interrupt_after</a:t>
            </a:r>
            <a:r>
              <a:rPr lang="en-US" sz="1200" dirty="0"/>
              <a:t>=[“tools”]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Graph can be resumed using </a:t>
            </a:r>
            <a:r>
              <a:rPr lang="en-US" sz="1200" dirty="0" err="1"/>
              <a:t>app.invoke</a:t>
            </a:r>
            <a:r>
              <a:rPr lang="en-US" sz="1200" dirty="0"/>
              <a:t>(None) or </a:t>
            </a:r>
            <a:r>
              <a:rPr lang="en-US" sz="1200" dirty="0" err="1"/>
              <a:t>app.stream</a:t>
            </a:r>
            <a:r>
              <a:rPr lang="en-US" sz="1200" dirty="0"/>
              <a:t>(None).. (None – resumes form last checkpoint )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AF5628D-080F-3E9E-4C0E-7294B5CBC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1C62B-9CD3-17C1-D510-9359F0A9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204777"/>
            <a:ext cx="2430450" cy="238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9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E952-8FE8-2F7F-9D2E-8A78552E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52B73A7-366C-310E-035E-75EEE9A1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F8B227-D6ED-D7B2-3CDF-5F7D1C98B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5334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Review Tool Calls .. </a:t>
            </a:r>
            <a:r>
              <a:rPr lang="en-US" sz="1200" dirty="0" err="1"/>
              <a:t>contd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1BA555B-2EAA-B1B6-1C2E-D532F24A4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5B980A-76AD-9C46-DE09-AA9B734F3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028694"/>
            <a:ext cx="4053774" cy="3210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35A10-E46C-9191-AB82-6A1711DE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028694"/>
            <a:ext cx="4264720" cy="32105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C195E7-259D-3593-DD28-4B494F4CB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1" y="4687158"/>
            <a:ext cx="4053774" cy="1789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1E0ADA-3190-1AD0-8ABE-BD630C71C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4343400"/>
            <a:ext cx="4297809" cy="212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0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85F5-125C-A14F-82DF-01EA1456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41F2F57-BB95-C976-4C08-F0F5FC01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 ( HITL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40D084-FB10-B2F2-1B8A-F77B16BF2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5334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Review Tool Calls .. </a:t>
            </a:r>
            <a:r>
              <a:rPr lang="en-US" sz="1200" dirty="0" err="1"/>
              <a:t>contd</a:t>
            </a: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319B118-AC9D-5F67-F537-3EEF3FBA8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B4E4C1-1199-38CA-327E-F6B6A100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1" y="1121125"/>
            <a:ext cx="4028622" cy="1618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AC33D4-4B10-7F9E-7117-7210DC514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00" y="1121125"/>
            <a:ext cx="4180840" cy="1618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3252A2-2C69-B8DA-1902-7F1A49B98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234" y="3111337"/>
            <a:ext cx="4649525" cy="3213263"/>
          </a:xfrm>
          <a:prstGeom prst="rect">
            <a:avLst/>
          </a:prstGeom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29D3DF7C-1C34-0C29-B085-76D238EE826B}"/>
              </a:ext>
            </a:extLst>
          </p:cNvPr>
          <p:cNvSpPr txBox="1">
            <a:spLocks/>
          </p:cNvSpPr>
          <p:nvPr/>
        </p:nvSpPr>
        <p:spPr>
          <a:xfrm>
            <a:off x="269241" y="3562350"/>
            <a:ext cx="3895216" cy="18669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Wells Fargo Sans" panose="020B0503020203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7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001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716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4305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Wells Fargo Sans" panose="020B0503020203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1" indent="0">
              <a:buFont typeface="Wells Fargo Sans" panose="020B0503020203020204" pitchFamily="34" charset="0"/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Graph pauses after user query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Current state is saved as ‘tools’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Upon resume – it continues tool call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0066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500B-84FC-5149-7264-C38CC4A4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182B4-9B5E-E977-4DE6-4EEE98A3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with Tools – Google Search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87FE54-BE76-F40C-FC3E-E962ECEE1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User question – “Who is older, the President of America or Narendra Modi? Take the older man's age and give me a square root”</a:t>
            </a: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Agent Thinking with Google Search</a:t>
            </a:r>
          </a:p>
          <a:p>
            <a:pPr marL="571500" lvl="2" indent="-228600">
              <a:buFont typeface="+mj-lt"/>
              <a:buAutoNum type="arabicPeriod"/>
            </a:pPr>
            <a:r>
              <a:rPr lang="en-IN" sz="1200" dirty="0"/>
              <a:t>Search 1: Find the age of the US President.</a:t>
            </a:r>
            <a:endParaRPr lang="en-US" sz="1200" dirty="0"/>
          </a:p>
          <a:p>
            <a:pPr marL="571500" lvl="2" indent="-228600">
              <a:buFont typeface="+mj-lt"/>
              <a:buAutoNum type="arabicPeriod"/>
            </a:pPr>
            <a:r>
              <a:rPr lang="en-IN" sz="1200" dirty="0"/>
              <a:t>Search 2: Find the age of Narendra Modi.</a:t>
            </a:r>
            <a:endParaRPr lang="en-US" sz="1200" dirty="0"/>
          </a:p>
          <a:p>
            <a:pPr marL="571500" lvl="2" indent="-228600">
              <a:buFont typeface="+mj-lt"/>
              <a:buAutoNum type="arabicPeriod"/>
            </a:pPr>
            <a:r>
              <a:rPr lang="en-IN" sz="1200" dirty="0"/>
              <a:t>Comparison: Determine who is older based on the retrieved data.</a:t>
            </a:r>
            <a:endParaRPr lang="en-US" sz="1200" dirty="0"/>
          </a:p>
          <a:p>
            <a:pPr marL="571500" lvl="2" indent="-228600">
              <a:buFont typeface="+mj-lt"/>
              <a:buAutoNum type="arabicPeriod"/>
            </a:pPr>
            <a:r>
              <a:rPr lang="en-IN" sz="1200" dirty="0"/>
              <a:t>Math Action: Use the calculator tool to find the square root of that age.</a:t>
            </a:r>
            <a:endParaRPr lang="en-US" sz="1200" dirty="0"/>
          </a:p>
          <a:p>
            <a:pPr marL="571500" lvl="2" indent="-228600">
              <a:buFont typeface="+mj-lt"/>
              <a:buAutoNum type="arabicPeriod"/>
            </a:pPr>
            <a:r>
              <a:rPr lang="en-IN" sz="1200" dirty="0"/>
              <a:t>Final Answer: Deliver the comprehensive result to the user.</a:t>
            </a:r>
          </a:p>
          <a:p>
            <a:pPr marL="571500" lvl="2" indent="-228600">
              <a:buFont typeface="+mj-lt"/>
              <a:buAutoNum type="arabicPeriod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DB536D0-CBED-11F3-30C5-15566A99C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4AC78-70CA-0296-FD39-74F357803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" y="3224198"/>
            <a:ext cx="3856356" cy="2159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42DC5-4767-95DA-2799-BC71E5B1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05" y="3733800"/>
            <a:ext cx="3856355" cy="133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4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77E0-DE20-C579-E492-2F416EF5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6072D65-AC50-D216-FD3E-3E716BCF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with Tools – Google Search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C9D1E8-1FDF-8280-E590-1D947A1CD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Google search - </a:t>
            </a:r>
            <a:r>
              <a:rPr lang="en-IN" sz="1200" dirty="0" err="1"/>
              <a:t>Contd</a:t>
            </a:r>
            <a:r>
              <a:rPr lang="en-IN" sz="1200" dirty="0"/>
              <a:t>…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8DA19A5-03B3-6937-B717-2C4663F68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49F5B-6C9E-638B-0477-4D9CE83DC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273043"/>
            <a:ext cx="5064760" cy="1841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7C079B-6B6A-D2D3-EC33-27EAFCCDA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181581"/>
            <a:ext cx="5064760" cy="1710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1D4056-8F24-84A7-A2A0-B3CB81380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5066923"/>
            <a:ext cx="5064760" cy="98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8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809E-4C1E-99B7-6A72-8F98A027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2181DE7-5454-8DEC-9F63-02B3194A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9A6F8-13E3-D704-48A1-D71B8C93D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MCP defines how AI applications interact with each other.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Model – The LLM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Context –  Providing model with third party data or situational awareness.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Protocol – Standards for communication  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Developers build MCP servers that allow a compatible client to use their services.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Follows Client –Server architecture &amp; communication usually occurs via JSON RPC 2.0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Pillars of MCP Server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Tools ( Actions )	- Function calls by Agent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Resources ( Data )	- Static or Dynamic data for Agent ( </a:t>
            </a:r>
            <a:r>
              <a:rPr lang="en-IN" sz="1200" dirty="0" err="1"/>
              <a:t>eg</a:t>
            </a:r>
            <a:r>
              <a:rPr lang="en-IN" sz="1200" dirty="0"/>
              <a:t>, user preferences 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Prompts ( Templates )  - Predefined instructions to guide the LLM on how to use the tools effectively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MCP Client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Context 		-  Allows the server to send status/debug messages back to the client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Roots		- Defines “safe” folders the client allows the server to see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Sampling		- Allows server to ask Client to perform LLM call on its behalf, keeping server decoupled from LLM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Elicitation 		- Enables server to ask end-user more information through the client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C81F4CB-B9E8-6875-FC78-BFB604567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7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57B4-5234-E06B-D5DB-06B3D72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A64E085-B52E-AC75-234A-F84D90A3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BDA381-A2D4-C172-25E0-15D15433E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Simplified version of AI Agent needing MCP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5FAB87F-F9F1-D8E2-39F7-A09E115C2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5960DB-DD8F-8200-94DA-6ECA3956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925" y="1174301"/>
            <a:ext cx="5045710" cy="562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8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276B-5F74-8061-CFAB-834F34CE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CB6AAED-DFBB-2CD1-6ED2-096B083C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83F998-B93A-0732-6267-9FB5B9E8B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Simplified version of AI Agent needing MCP.. Fetch flight details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7B669-EA1C-9721-FC7C-2267D92B6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B585D-57B7-1BAA-F1C4-838C05469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58688"/>
            <a:ext cx="4495800" cy="53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3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12A6-4F22-823E-A7B6-19FF9D0B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F9204C5-A3DB-8E4C-6F82-31AF98A5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C1DEBA-B5FA-02E6-ECE0-8CFAC7BBE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Simplified version of AI Agent needing MCP.. Tool calls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6B19A47-A89F-2F1B-16C0-11D167B15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EF461-B89E-0FA5-AF37-98FECEBC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16634"/>
            <a:ext cx="5075555" cy="549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4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D05D6-1785-9BE1-D190-D6D77401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DCFDF36-5AC2-A89D-F305-05E95ABC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ACB2BE-9CD3-BB95-8322-9D9FF1FB8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JSON RPC 2.0 – Client vs Server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D46E272-0A06-4EC6-E819-AC92D85DA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48BE7-C142-292A-B646-A1F9ACF1A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0879"/>
            <a:ext cx="3383070" cy="3356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428C0-1F1B-CC97-E637-CB29F0A3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438" y="1921460"/>
            <a:ext cx="4752561" cy="303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9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73055-4F0B-16F9-3C96-DB566BB1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E5213E6-8793-5CDD-E5F3-76B7D4D7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282F5D-5768-1CAD-4BED-A44A8BED4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MCP server – Local vs Remote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B12E00F-0368-BEB2-49E6-6A0A460F9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39AAB-D584-2C19-F995-55D3F89A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88" y="1215390"/>
            <a:ext cx="5868424" cy="2449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E887B3-8FDC-143F-EC69-A569A600C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88" y="3967579"/>
            <a:ext cx="5868424" cy="25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6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6E5B-D20F-DFCE-7A7D-39BE9705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E88B0A3-9F52-3B06-2A51-3CFD624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5A7BAF-83B0-1F0F-74A9-5E174CA8C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Building MCP Server - </a:t>
            </a:r>
            <a:r>
              <a:rPr lang="en-IN" sz="1200" dirty="0" err="1"/>
              <a:t>FastMCP</a:t>
            </a: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102546A-6FB7-6557-0F80-AACF80A7D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E4CD1-646A-E874-057B-021ED032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22" y="1295400"/>
            <a:ext cx="5837555" cy="473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9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DBBD-3FB8-7D16-18BD-C6A5DE84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773D246-D13E-7747-A1FB-78739C0D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209752-BD1F-FBC9-D728-285304E81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Building MCP Server – Tools / Resources/ Prompts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5AAB4C-F00B-571F-C642-B04CE0EDC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8C559E-C824-9BD1-7464-6877401A0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65" y="1205322"/>
            <a:ext cx="4402214" cy="2064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A3E3DB-6F9B-C39C-CF39-49F3910F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512" y="2807567"/>
            <a:ext cx="4465602" cy="219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325E90-3053-464E-974A-3D7C8A8E2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19" y="4107965"/>
            <a:ext cx="4402213" cy="232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3ED3D-9246-57B5-3319-0660C3E5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8CAB652-B5F1-0332-51E3-CA0D1A20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A5D15F-6340-0D0B-BB4F-076046971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Executing the MCP Server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01B228E-7C5C-6E8A-D937-68AA72FC0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CB663-A169-DDEF-7824-884DA193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044" y="1463040"/>
            <a:ext cx="664591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9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51FD-039D-72B5-401E-2F691FF4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D1C234D-2F1A-4981-ACC0-A9C31BF9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09053E-89A1-1DF6-01C3-B502C46AD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Building MCP Client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A717CAA-7C4D-09F8-D91A-0E6AA8CC5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E9C6A0-3306-67EA-28D8-E163F9F1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6" y="1607473"/>
            <a:ext cx="4218606" cy="41545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FBB447-642D-0418-68F7-BC5FAFC57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607473"/>
            <a:ext cx="4516117" cy="415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6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16FAD-45F4-9479-340E-AA541E81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006179A-287E-8100-C874-E84A7DBA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88CFA0-CCA4-CD9C-E74C-527367A6A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200" dirty="0"/>
              <a:t>MCP Client – Context - Allows the server to send status/debug messages back to the client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12A417F-FA10-C950-E565-72F306D8F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7B234-F236-29D7-DDD8-A3C9783EE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645910" cy="423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6C04-9593-4F15-15C5-64F2A1C20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9BE780F-6E9F-939C-930E-ED33979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FE0FCB-A119-81B6-E246-52CBA0D19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MCP Client – Roots - Defines “safe” folders the client allows the server to see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C413C10-7531-5EA4-E6C6-7B59EF2858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4D457-65C8-525F-F5AD-D7EF6E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793" y="1839882"/>
            <a:ext cx="4309201" cy="1783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7FB32-B517-C88B-9C44-B3AAB24AA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793" y="3981450"/>
            <a:ext cx="4309201" cy="191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0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95FCB-8F9E-97EA-4934-2371834B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75B2DCB-FE3B-8472-1F73-1A5A53CAA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28E496-BE80-0B8A-8392-7E0B6EB54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MCP Client – Sampling - Allows server to ask Client to perform LLM call on its behalf, keeping server decoupled from LLM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B681338-F5AD-FE1A-D24B-7F47BE529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922F3-AFE2-19AF-7A97-05654790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34" y="1224176"/>
            <a:ext cx="4728928" cy="3028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909477-BD8E-A153-F91E-B3F42B711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21" y="4366791"/>
            <a:ext cx="4923155" cy="241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E42D-0191-2FA6-AFCF-51F54FAE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E03CE98-CB10-7FD2-6C69-498E714F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 ( MCP 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85F08-87AD-6EF1-A38D-CC586198D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723900"/>
            <a:ext cx="8625839" cy="5791200"/>
          </a:xfrm>
        </p:spPr>
        <p:txBody>
          <a:bodyPr/>
          <a:lstStyle/>
          <a:p>
            <a:pPr marL="171450" lvl="1" indent="0">
              <a:buNone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1200" dirty="0"/>
              <a:t>MCP Client – Elicitation - Enables server to ask end-user more information through the client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2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marL="171450" lvl="1" indent="0">
              <a:buNone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12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453BCA2-223A-19C5-D4E7-B4E17C7A2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CE01B-91AE-2A31-7972-04D662A11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29740"/>
            <a:ext cx="4572000" cy="3652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0A9FED-CE96-0F32-3843-E93C87D3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814" y="1381186"/>
            <a:ext cx="3823766" cy="43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3421-85A8-309F-CEAC-7676027B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5323-5BFD-3CBC-9927-3ECF83D5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57200"/>
            <a:ext cx="8412480" cy="533400"/>
          </a:xfrm>
        </p:spPr>
        <p:txBody>
          <a:bodyPr/>
          <a:lstStyle/>
          <a:p>
            <a:r>
              <a:rPr lang="en-US" dirty="0"/>
              <a:t>Next Step - Module 5 Self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B409-FB14-979E-1F48-BBE4FFC91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F85C7-EC28-5C4D-9577-C5634B07539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A9049-0C35-4B4F-F4C7-02EAFD47FA21}"/>
              </a:ext>
            </a:extLst>
          </p:cNvPr>
          <p:cNvSpPr txBox="1"/>
          <p:nvPr/>
        </p:nvSpPr>
        <p:spPr>
          <a:xfrm>
            <a:off x="487680" y="2788920"/>
            <a:ext cx="8168640" cy="30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00" b="1" dirty="0">
                <a:solidFill>
                  <a:srgbClr val="FF0000"/>
                </a:solidFill>
              </a:rPr>
              <a:t>Note – Reference hands-on Python code will be made available via a personal Google Drive. Please avoid bringing that to Wells Fargo Network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6914FB-3C04-38B2-F1C0-482FE063E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987084"/>
              </p:ext>
            </p:extLst>
          </p:nvPr>
        </p:nvGraphicFramePr>
        <p:xfrm>
          <a:off x="375920" y="1295400"/>
          <a:ext cx="8413750" cy="851951"/>
        </p:xfrm>
        <a:graphic>
          <a:graphicData uri="http://schemas.openxmlformats.org/drawingml/2006/table">
            <a:tbl>
              <a:tblPr>
                <a:tableStyleId>{B9079ADF-8E72-460E-941B-A120568EDBA9}</a:tableStyleId>
              </a:tblPr>
              <a:tblGrid>
                <a:gridCol w="4195124">
                  <a:extLst>
                    <a:ext uri="{9D8B030D-6E8A-4147-A177-3AD203B41FA5}">
                      <a16:colId xmlns:a16="http://schemas.microsoft.com/office/drawing/2014/main" val="2170275183"/>
                    </a:ext>
                  </a:extLst>
                </a:gridCol>
                <a:gridCol w="4218626">
                  <a:extLst>
                    <a:ext uri="{9D8B030D-6E8A-4147-A177-3AD203B41FA5}">
                      <a16:colId xmlns:a16="http://schemas.microsoft.com/office/drawing/2014/main" val="66560042"/>
                    </a:ext>
                  </a:extLst>
                </a:gridCol>
              </a:tblGrid>
              <a:tr h="851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Arize AI Phoenix: Open-Source Tracing &amp; Evaluation for AI (LLM/RAG/Agent)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76" marR="5876" marT="58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dirty="0" err="1">
                          <a:hlinkClick r:id="rId2"/>
                        </a:rPr>
                        <a:t>Arize</a:t>
                      </a:r>
                      <a:r>
                        <a:rPr lang="en-US" sz="1000" dirty="0">
                          <a:hlinkClick r:id="rId2"/>
                        </a:rPr>
                        <a:t> AI Product Overview Demo-20250703_093526-Meeting Recording.mp4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76" marR="5876" marT="5876" marB="0" anchor="b"/>
                </a:tc>
                <a:extLst>
                  <a:ext uri="{0D108BD9-81ED-4DB2-BD59-A6C34878D82A}">
                    <a16:rowId xmlns:a16="http://schemas.microsoft.com/office/drawing/2014/main" val="78104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66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ells Fargo Premier 2023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  <a:extLst>
    <a:ext uri="{05A4C25C-085E-4340-85A3-A5531E510DB2}">
      <thm15:themeFamily xmlns:thm15="http://schemas.microsoft.com/office/thememl/2012/main" name="WF_Premier_PowerPoint_4x3_0424_a11y.pptx" id="{79104E03-1858-104C-BDF1-8FEAD1E83779}" vid="{AD38B091-8E93-FC46-97CA-1669D3C060B3}"/>
    </a:ext>
  </a:extLst>
</a:theme>
</file>

<file path=ppt/theme/theme2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ppt/theme/theme3.xml><?xml version="1.0" encoding="utf-8"?>
<a:theme xmlns:a="http://schemas.openxmlformats.org/drawingml/2006/main" name="Wells Fargo Premier 2022">
  <a:themeElements>
    <a:clrScheme name="Wells Fargo Premier 2022 Colors">
      <a:dk1>
        <a:srgbClr val="141414"/>
      </a:dk1>
      <a:lt1>
        <a:srgbClr val="FFFFFF"/>
      </a:lt1>
      <a:dk2>
        <a:srgbClr val="946E3A"/>
      </a:dk2>
      <a:lt2>
        <a:srgbClr val="E1E1E1"/>
      </a:lt2>
      <a:accent1>
        <a:srgbClr val="D73F26"/>
      </a:accent1>
      <a:accent2>
        <a:srgbClr val="AA1E87"/>
      </a:accent2>
      <a:accent3>
        <a:srgbClr val="EB691E"/>
      </a:accent3>
      <a:accent4>
        <a:srgbClr val="5A469B"/>
      </a:accent4>
      <a:accent5>
        <a:srgbClr val="C83255"/>
      </a:accent5>
      <a:accent6>
        <a:srgbClr val="823291"/>
      </a:accent6>
      <a:hlink>
        <a:srgbClr val="5A469B"/>
      </a:hlink>
      <a:folHlink>
        <a:srgbClr val="5A469B"/>
      </a:folHlink>
    </a:clrScheme>
    <a:fontScheme name="Wells Fargo Premier 2022 Fonts">
      <a:majorFont>
        <a:latin typeface="Wells Fargo Sans Display" panose="020B0503020203020204" pitchFamily="34" charset="0"/>
        <a:ea typeface=""/>
        <a:cs typeface=""/>
      </a:majorFont>
      <a:minorFont>
        <a:latin typeface="Wells Fargo Sans" panose="020B0503020203020204" pitchFamily="34" charset="0"/>
        <a:ea typeface=""/>
        <a:cs typeface=""/>
      </a:minorFont>
    </a:fontScheme>
    <a:fmtScheme name="Wells Fargo Premier 2022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600"/>
        </a:defPPr>
      </a:lstStyle>
      <a:style>
        <a:lnRef idx="0">
          <a:schemeClr val="dk2"/>
        </a:lnRef>
        <a:fillRef idx="1">
          <a:schemeClr val="dk2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dk2"/>
        </a:lnRef>
        <a:fillRef idx="0">
          <a:schemeClr val="dk2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00000"/>
          </a:lnSpc>
          <a:spcBef>
            <a:spcPts val="1200"/>
          </a:spcBef>
          <a:buSzPct val="100000"/>
          <a:buFont typeface="Wells Fargo Sans"/>
          <a:buChar char="•"/>
          <a:defRPr sz="1600"/>
        </a:defPPr>
      </a:lstStyle>
    </a:txDef>
  </a:objectDefaults>
  <a:extraClrSchemeLst/>
  <a:custClrLst>
    <a:custClr name="Gold">
      <a:srgbClr val="946E3A"/>
    </a:custClr>
    <a:custClr name="Gold Tint 1">
      <a:srgbClr val="AF926B"/>
    </a:custClr>
    <a:custClr name="Gold Tint 2">
      <a:srgbClr val="C4AF93"/>
    </a:custClr>
    <a:custClr name="Gold Tint 3">
      <a:srgbClr val="DACCBA"/>
    </a:custClr>
    <a:custClr name="Gold Tint 4">
      <a:srgbClr val="EFE9E1"/>
    </a:custClr>
    <a:custClr name="Graphite">
      <a:srgbClr val="403C3A"/>
    </a:custClr>
    <a:custClr name="Graphite Tint 1">
      <a:srgbClr val="706D6B"/>
    </a:custClr>
    <a:custClr name="Graphite Tint 2">
      <a:srgbClr val="969493"/>
    </a:custClr>
    <a:custClr name="Graphite Tint 3">
      <a:srgbClr val="BCBBBA"/>
    </a:custClr>
    <a:custClr name="Graphite Tint 4">
      <a:srgbClr val="E1E1E1"/>
    </a:custClr>
    <a:custClr name="Coral Dark 2">
      <a:srgbClr val="87190A"/>
    </a:custClr>
    <a:custClr name="Coral Dark 1">
      <a:srgbClr val="B42D19"/>
    </a:custClr>
    <a:custClr name="Coral">
      <a:srgbClr val="D73F26"/>
    </a:custClr>
    <a:custClr name="Coral Light 1">
      <a:srgbClr val="FF755E"/>
    </a:custClr>
    <a:custClr name="Coral Light 2">
      <a:srgbClr val="FFB1A6"/>
    </a:custClr>
    <a:custClr name="Purple Dark 2">
      <a:srgbClr val="640A4B"/>
    </a:custClr>
    <a:custClr name="Purple Dark 1">
      <a:srgbClr val="871469"/>
    </a:custClr>
    <a:custClr name="Purple">
      <a:srgbClr val="AA1E87"/>
    </a:custClr>
    <a:custClr name="Purple Light 1">
      <a:srgbClr val="D169B8"/>
    </a:custClr>
    <a:custClr name="Purple Light 2">
      <a:srgbClr val="F2A5DC"/>
    </a:custClr>
    <a:custClr name="Orange Dark 2">
      <a:srgbClr val="873100"/>
    </a:custClr>
    <a:custClr name="Orange Dark 1">
      <a:srgbClr val="A93E00"/>
    </a:custClr>
    <a:custClr name="Orange">
      <a:srgbClr val="EB691E"/>
    </a:custClr>
    <a:custClr name="Orange Light 1">
      <a:srgbClr val="FF9657"/>
    </a:custClr>
    <a:custClr name="Orange Light 2">
      <a:srgbClr val="FFC5A3"/>
    </a:custClr>
    <a:custClr name="Indigo Dark 2">
      <a:srgbClr val="352B6B"/>
    </a:custClr>
    <a:custClr name="Indigo Dark 1">
      <a:srgbClr val="463782"/>
    </a:custClr>
    <a:custClr name="Indigo">
      <a:srgbClr val="5A469B"/>
    </a:custClr>
    <a:custClr name="Indigo Light 1">
      <a:srgbClr val="9A89D9"/>
    </a:custClr>
    <a:custClr name="Indigo Light 2">
      <a:srgbClr val="BFB3F2"/>
    </a:custClr>
    <a:custClr name="Pink Dark 2">
      <a:srgbClr val="6E142D"/>
    </a:custClr>
    <a:custClr name="Pink Dark 1">
      <a:srgbClr val="9B2341"/>
    </a:custClr>
    <a:custClr name="Pink">
      <a:srgbClr val="C83255"/>
    </a:custClr>
    <a:custClr name="Pink Light 1">
      <a:srgbClr val="F26D91"/>
    </a:custClr>
    <a:custClr name="Pink Light 2">
      <a:srgbClr val="FFA6BE"/>
    </a:custClr>
    <a:custClr name="Violet Dark 2">
      <a:srgbClr val="5A1E64"/>
    </a:custClr>
    <a:custClr name="Violet Dark 1">
      <a:srgbClr val="64287D"/>
    </a:custClr>
    <a:custClr name="Violet">
      <a:srgbClr val="823291"/>
    </a:custClr>
    <a:custClr name="Violet Light 1">
      <a:srgbClr val="BB70CC"/>
    </a:custClr>
    <a:custClr name="Violet Light 2">
      <a:srgbClr val="E5A2F2"/>
    </a:custClr>
    <a:custClr name="Indicator Green">
      <a:srgbClr val="178757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Agentic AI </Template>
  <TotalTime>0</TotalTime>
  <Words>1088</Words>
  <Application>Microsoft Office PowerPoint</Application>
  <PresentationFormat>On-screen Show (4:3)</PresentationFormat>
  <Paragraphs>650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Wells Fargo Sans</vt:lpstr>
      <vt:lpstr>Wells Fargo Sans Display</vt:lpstr>
      <vt:lpstr>Wingdings</vt:lpstr>
      <vt:lpstr>Wells Fargo Premier 2023</vt:lpstr>
      <vt:lpstr>Agentic AI – Module 4 - Review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Human in the Loop ( HITL )</vt:lpstr>
      <vt:lpstr>Agent with Tools – Google Search</vt:lpstr>
      <vt:lpstr>Agent with Tools – Google Search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Model Context Protocol ( MCP )</vt:lpstr>
      <vt:lpstr>Next Step - Module 5 Self Learning</vt:lpstr>
    </vt:vector>
  </TitlesOfParts>
  <Manager/>
  <Company>Wells Fargo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Frederick, Michael</dc:creator>
  <cp:keywords/>
  <dc:description/>
  <cp:lastModifiedBy>Frederick, Michael</cp:lastModifiedBy>
  <cp:revision>1</cp:revision>
  <cp:lastPrinted>2018-10-13T23:11:53Z</cp:lastPrinted>
  <dcterms:created xsi:type="dcterms:W3CDTF">2025-10-23T11:15:15Z</dcterms:created>
  <dcterms:modified xsi:type="dcterms:W3CDTF">2026-02-04T08:49:42Z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9c9bcd-f315-4c3b-87a0-7682e230e7e4_Enabled">
    <vt:lpwstr>true</vt:lpwstr>
  </property>
  <property fmtid="{D5CDD505-2E9C-101B-9397-08002B2CF9AE}" pid="3" name="MSIP_Label_1f9c9bcd-f315-4c3b-87a0-7682e230e7e4_SetDate">
    <vt:lpwstr>2025-10-23T12:12:27Z</vt:lpwstr>
  </property>
  <property fmtid="{D5CDD505-2E9C-101B-9397-08002B2CF9AE}" pid="4" name="MSIP_Label_1f9c9bcd-f315-4c3b-87a0-7682e230e7e4_Method">
    <vt:lpwstr>Privileged</vt:lpwstr>
  </property>
  <property fmtid="{D5CDD505-2E9C-101B-9397-08002B2CF9AE}" pid="5" name="MSIP_Label_1f9c9bcd-f315-4c3b-87a0-7682e230e7e4_Name">
    <vt:lpwstr>Internal Use</vt:lpwstr>
  </property>
  <property fmtid="{D5CDD505-2E9C-101B-9397-08002B2CF9AE}" pid="6" name="MSIP_Label_1f9c9bcd-f315-4c3b-87a0-7682e230e7e4_SiteId">
    <vt:lpwstr>e122af3c-4c68-4e49-9c52-4ae1e25e91ae</vt:lpwstr>
  </property>
  <property fmtid="{D5CDD505-2E9C-101B-9397-08002B2CF9AE}" pid="7" name="MSIP_Label_1f9c9bcd-f315-4c3b-87a0-7682e230e7e4_ActionId">
    <vt:lpwstr>c1e09d94-3e5b-402b-8586-b3eba0858999</vt:lpwstr>
  </property>
  <property fmtid="{D5CDD505-2E9C-101B-9397-08002B2CF9AE}" pid="8" name="MSIP_Label_1f9c9bcd-f315-4c3b-87a0-7682e230e7e4_ContentBits">
    <vt:lpwstr>0</vt:lpwstr>
  </property>
  <property fmtid="{D5CDD505-2E9C-101B-9397-08002B2CF9AE}" pid="9" name="MSIP_Label_1f9c9bcd-f315-4c3b-87a0-7682e230e7e4_Tag">
    <vt:lpwstr>10, 0, 1, 1</vt:lpwstr>
  </property>
</Properties>
</file>